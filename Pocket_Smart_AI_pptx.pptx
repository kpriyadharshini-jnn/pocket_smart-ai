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70D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4490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0" y="380"/>
            <a:ext cx="12192000" cy="82550"/>
          </a:xfrm>
          <a:custGeom>
            <a:avLst/>
            <a:gdLst/>
            <a:ahLst/>
            <a:cxnLst/>
            <a:rect l="l" t="t" r="r" b="b"/>
            <a:pathLst>
              <a:path w="12192000" h="82550">
                <a:moveTo>
                  <a:pt x="12192000" y="0"/>
                </a:moveTo>
                <a:lnTo>
                  <a:pt x="0" y="0"/>
                </a:lnTo>
                <a:lnTo>
                  <a:pt x="0" y="82296"/>
                </a:lnTo>
                <a:lnTo>
                  <a:pt x="12192000" y="822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C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0" y="380"/>
            <a:ext cx="12192000" cy="82550"/>
          </a:xfrm>
          <a:custGeom>
            <a:avLst/>
            <a:gdLst/>
            <a:ahLst/>
            <a:cxnLst/>
            <a:rect l="l" t="t" r="r" b="b"/>
            <a:pathLst>
              <a:path w="12192000" h="82550">
                <a:moveTo>
                  <a:pt x="0" y="82296"/>
                </a:moveTo>
                <a:lnTo>
                  <a:pt x="12192000" y="82296"/>
                </a:lnTo>
                <a:lnTo>
                  <a:pt x="12192000" y="0"/>
                </a:lnTo>
                <a:lnTo>
                  <a:pt x="0" y="0"/>
                </a:lnTo>
                <a:lnTo>
                  <a:pt x="0" y="82296"/>
                </a:lnTo>
                <a:close/>
              </a:path>
            </a:pathLst>
          </a:custGeom>
          <a:ln w="9906">
            <a:solidFill>
              <a:srgbClr val="22C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739" y="266953"/>
            <a:ext cx="359092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34497" y="6564248"/>
            <a:ext cx="1200150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POCKETSMART</a:t>
            </a:r>
            <a:r>
              <a:rPr spc="-55" dirty="0"/>
              <a:t> </a:t>
            </a:r>
            <a:r>
              <a:rPr spc="-25" dirty="0"/>
              <a:t>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9330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Your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Smart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&amp;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Assistant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394447"/>
            <a:ext cx="6532245" cy="4429125"/>
            <a:chOff x="640080" y="1394447"/>
            <a:chExt cx="6532245" cy="44291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394447"/>
              <a:ext cx="6531864" cy="44287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417701"/>
              <a:ext cx="6446520" cy="4343400"/>
            </a:xfrm>
            <a:custGeom>
              <a:avLst/>
              <a:gdLst/>
              <a:ahLst/>
              <a:cxnLst/>
              <a:rect l="l" t="t" r="r" b="b"/>
              <a:pathLst>
                <a:path w="6446520" h="4343400">
                  <a:moveTo>
                    <a:pt x="5722620" y="0"/>
                  </a:moveTo>
                  <a:lnTo>
                    <a:pt x="723900" y="0"/>
                  </a:lnTo>
                  <a:lnTo>
                    <a:pt x="676303" y="1539"/>
                  </a:lnTo>
                  <a:lnTo>
                    <a:pt x="629529" y="6095"/>
                  </a:lnTo>
                  <a:lnTo>
                    <a:pt x="583672" y="13572"/>
                  </a:lnTo>
                  <a:lnTo>
                    <a:pt x="538828" y="23873"/>
                  </a:lnTo>
                  <a:lnTo>
                    <a:pt x="495092" y="36905"/>
                  </a:lnTo>
                  <a:lnTo>
                    <a:pt x="452560" y="52571"/>
                  </a:lnTo>
                  <a:lnTo>
                    <a:pt x="411327" y="70776"/>
                  </a:lnTo>
                  <a:lnTo>
                    <a:pt x="371488" y="91424"/>
                  </a:lnTo>
                  <a:lnTo>
                    <a:pt x="333139" y="114421"/>
                  </a:lnTo>
                  <a:lnTo>
                    <a:pt x="296375" y="139671"/>
                  </a:lnTo>
                  <a:lnTo>
                    <a:pt x="261291" y="167078"/>
                  </a:lnTo>
                  <a:lnTo>
                    <a:pt x="227984" y="196548"/>
                  </a:lnTo>
                  <a:lnTo>
                    <a:pt x="196548" y="227984"/>
                  </a:lnTo>
                  <a:lnTo>
                    <a:pt x="167078" y="261291"/>
                  </a:lnTo>
                  <a:lnTo>
                    <a:pt x="139671" y="296375"/>
                  </a:lnTo>
                  <a:lnTo>
                    <a:pt x="114421" y="333139"/>
                  </a:lnTo>
                  <a:lnTo>
                    <a:pt x="91424" y="371488"/>
                  </a:lnTo>
                  <a:lnTo>
                    <a:pt x="70776" y="411327"/>
                  </a:lnTo>
                  <a:lnTo>
                    <a:pt x="52571" y="452560"/>
                  </a:lnTo>
                  <a:lnTo>
                    <a:pt x="36905" y="495092"/>
                  </a:lnTo>
                  <a:lnTo>
                    <a:pt x="23873" y="538828"/>
                  </a:lnTo>
                  <a:lnTo>
                    <a:pt x="13572" y="583672"/>
                  </a:lnTo>
                  <a:lnTo>
                    <a:pt x="6095" y="629529"/>
                  </a:lnTo>
                  <a:lnTo>
                    <a:pt x="1539" y="676303"/>
                  </a:lnTo>
                  <a:lnTo>
                    <a:pt x="0" y="723900"/>
                  </a:lnTo>
                  <a:lnTo>
                    <a:pt x="0" y="3619500"/>
                  </a:lnTo>
                  <a:lnTo>
                    <a:pt x="1539" y="3667096"/>
                  </a:lnTo>
                  <a:lnTo>
                    <a:pt x="6095" y="3713870"/>
                  </a:lnTo>
                  <a:lnTo>
                    <a:pt x="13572" y="3759727"/>
                  </a:lnTo>
                  <a:lnTo>
                    <a:pt x="23873" y="3804571"/>
                  </a:lnTo>
                  <a:lnTo>
                    <a:pt x="36905" y="3848307"/>
                  </a:lnTo>
                  <a:lnTo>
                    <a:pt x="52571" y="3890839"/>
                  </a:lnTo>
                  <a:lnTo>
                    <a:pt x="70776" y="3932072"/>
                  </a:lnTo>
                  <a:lnTo>
                    <a:pt x="91424" y="3971911"/>
                  </a:lnTo>
                  <a:lnTo>
                    <a:pt x="114421" y="4010260"/>
                  </a:lnTo>
                  <a:lnTo>
                    <a:pt x="139671" y="4047024"/>
                  </a:lnTo>
                  <a:lnTo>
                    <a:pt x="167078" y="4082108"/>
                  </a:lnTo>
                  <a:lnTo>
                    <a:pt x="196548" y="4115415"/>
                  </a:lnTo>
                  <a:lnTo>
                    <a:pt x="227984" y="4146851"/>
                  </a:lnTo>
                  <a:lnTo>
                    <a:pt x="261291" y="4176321"/>
                  </a:lnTo>
                  <a:lnTo>
                    <a:pt x="296375" y="4203728"/>
                  </a:lnTo>
                  <a:lnTo>
                    <a:pt x="333139" y="4228978"/>
                  </a:lnTo>
                  <a:lnTo>
                    <a:pt x="371488" y="4251975"/>
                  </a:lnTo>
                  <a:lnTo>
                    <a:pt x="411327" y="4272623"/>
                  </a:lnTo>
                  <a:lnTo>
                    <a:pt x="452560" y="4290828"/>
                  </a:lnTo>
                  <a:lnTo>
                    <a:pt x="495092" y="4306494"/>
                  </a:lnTo>
                  <a:lnTo>
                    <a:pt x="538828" y="4319526"/>
                  </a:lnTo>
                  <a:lnTo>
                    <a:pt x="583672" y="4329827"/>
                  </a:lnTo>
                  <a:lnTo>
                    <a:pt x="629529" y="4337304"/>
                  </a:lnTo>
                  <a:lnTo>
                    <a:pt x="676303" y="4341860"/>
                  </a:lnTo>
                  <a:lnTo>
                    <a:pt x="723900" y="4343400"/>
                  </a:lnTo>
                  <a:lnTo>
                    <a:pt x="5722620" y="4343400"/>
                  </a:lnTo>
                  <a:lnTo>
                    <a:pt x="5770216" y="4341860"/>
                  </a:lnTo>
                  <a:lnTo>
                    <a:pt x="5816990" y="4337304"/>
                  </a:lnTo>
                  <a:lnTo>
                    <a:pt x="5862847" y="4329827"/>
                  </a:lnTo>
                  <a:lnTo>
                    <a:pt x="5907691" y="4319526"/>
                  </a:lnTo>
                  <a:lnTo>
                    <a:pt x="5951427" y="4306494"/>
                  </a:lnTo>
                  <a:lnTo>
                    <a:pt x="5993959" y="4290828"/>
                  </a:lnTo>
                  <a:lnTo>
                    <a:pt x="6035192" y="4272623"/>
                  </a:lnTo>
                  <a:lnTo>
                    <a:pt x="6075031" y="4251975"/>
                  </a:lnTo>
                  <a:lnTo>
                    <a:pt x="6113380" y="4228978"/>
                  </a:lnTo>
                  <a:lnTo>
                    <a:pt x="6150144" y="4203728"/>
                  </a:lnTo>
                  <a:lnTo>
                    <a:pt x="6185228" y="4176321"/>
                  </a:lnTo>
                  <a:lnTo>
                    <a:pt x="6218535" y="4146851"/>
                  </a:lnTo>
                  <a:lnTo>
                    <a:pt x="6249971" y="4115415"/>
                  </a:lnTo>
                  <a:lnTo>
                    <a:pt x="6279441" y="4082108"/>
                  </a:lnTo>
                  <a:lnTo>
                    <a:pt x="6306848" y="4047024"/>
                  </a:lnTo>
                  <a:lnTo>
                    <a:pt x="6332098" y="4010260"/>
                  </a:lnTo>
                  <a:lnTo>
                    <a:pt x="6355095" y="3971911"/>
                  </a:lnTo>
                  <a:lnTo>
                    <a:pt x="6375743" y="3932072"/>
                  </a:lnTo>
                  <a:lnTo>
                    <a:pt x="6393948" y="3890839"/>
                  </a:lnTo>
                  <a:lnTo>
                    <a:pt x="6409614" y="3848307"/>
                  </a:lnTo>
                  <a:lnTo>
                    <a:pt x="6422646" y="3804571"/>
                  </a:lnTo>
                  <a:lnTo>
                    <a:pt x="6432947" y="3759727"/>
                  </a:lnTo>
                  <a:lnTo>
                    <a:pt x="6440424" y="3713870"/>
                  </a:lnTo>
                  <a:lnTo>
                    <a:pt x="6444980" y="3667096"/>
                  </a:lnTo>
                  <a:lnTo>
                    <a:pt x="6446520" y="3619500"/>
                  </a:lnTo>
                  <a:lnTo>
                    <a:pt x="6446520" y="723900"/>
                  </a:lnTo>
                  <a:lnTo>
                    <a:pt x="6444980" y="676303"/>
                  </a:lnTo>
                  <a:lnTo>
                    <a:pt x="6440424" y="629529"/>
                  </a:lnTo>
                  <a:lnTo>
                    <a:pt x="6432947" y="583672"/>
                  </a:lnTo>
                  <a:lnTo>
                    <a:pt x="6422646" y="538828"/>
                  </a:lnTo>
                  <a:lnTo>
                    <a:pt x="6409614" y="495092"/>
                  </a:lnTo>
                  <a:lnTo>
                    <a:pt x="6393948" y="452560"/>
                  </a:lnTo>
                  <a:lnTo>
                    <a:pt x="6375743" y="411327"/>
                  </a:lnTo>
                  <a:lnTo>
                    <a:pt x="6355095" y="371488"/>
                  </a:lnTo>
                  <a:lnTo>
                    <a:pt x="6332098" y="333139"/>
                  </a:lnTo>
                  <a:lnTo>
                    <a:pt x="6306848" y="296375"/>
                  </a:lnTo>
                  <a:lnTo>
                    <a:pt x="6279441" y="261291"/>
                  </a:lnTo>
                  <a:lnTo>
                    <a:pt x="6249971" y="227984"/>
                  </a:lnTo>
                  <a:lnTo>
                    <a:pt x="6218535" y="196548"/>
                  </a:lnTo>
                  <a:lnTo>
                    <a:pt x="6185228" y="167078"/>
                  </a:lnTo>
                  <a:lnTo>
                    <a:pt x="6150144" y="139671"/>
                  </a:lnTo>
                  <a:lnTo>
                    <a:pt x="6113380" y="114421"/>
                  </a:lnTo>
                  <a:lnTo>
                    <a:pt x="6075031" y="91424"/>
                  </a:lnTo>
                  <a:lnTo>
                    <a:pt x="6035192" y="70776"/>
                  </a:lnTo>
                  <a:lnTo>
                    <a:pt x="5993959" y="52571"/>
                  </a:lnTo>
                  <a:lnTo>
                    <a:pt x="5951427" y="36905"/>
                  </a:lnTo>
                  <a:lnTo>
                    <a:pt x="5907691" y="23873"/>
                  </a:lnTo>
                  <a:lnTo>
                    <a:pt x="5862847" y="13572"/>
                  </a:lnTo>
                  <a:lnTo>
                    <a:pt x="5816990" y="6095"/>
                  </a:lnTo>
                  <a:lnTo>
                    <a:pt x="5770216" y="1539"/>
                  </a:lnTo>
                  <a:lnTo>
                    <a:pt x="572262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417701"/>
              <a:ext cx="6446520" cy="4343400"/>
            </a:xfrm>
            <a:custGeom>
              <a:avLst/>
              <a:gdLst/>
              <a:ahLst/>
              <a:cxnLst/>
              <a:rect l="l" t="t" r="r" b="b"/>
              <a:pathLst>
                <a:path w="6446520" h="4343400">
                  <a:moveTo>
                    <a:pt x="0" y="723900"/>
                  </a:moveTo>
                  <a:lnTo>
                    <a:pt x="1539" y="676303"/>
                  </a:lnTo>
                  <a:lnTo>
                    <a:pt x="6095" y="629529"/>
                  </a:lnTo>
                  <a:lnTo>
                    <a:pt x="13572" y="583672"/>
                  </a:lnTo>
                  <a:lnTo>
                    <a:pt x="23873" y="538828"/>
                  </a:lnTo>
                  <a:lnTo>
                    <a:pt x="36905" y="495092"/>
                  </a:lnTo>
                  <a:lnTo>
                    <a:pt x="52571" y="452560"/>
                  </a:lnTo>
                  <a:lnTo>
                    <a:pt x="70776" y="411327"/>
                  </a:lnTo>
                  <a:lnTo>
                    <a:pt x="91424" y="371488"/>
                  </a:lnTo>
                  <a:lnTo>
                    <a:pt x="114421" y="333139"/>
                  </a:lnTo>
                  <a:lnTo>
                    <a:pt x="139671" y="296375"/>
                  </a:lnTo>
                  <a:lnTo>
                    <a:pt x="167078" y="261291"/>
                  </a:lnTo>
                  <a:lnTo>
                    <a:pt x="196548" y="227984"/>
                  </a:lnTo>
                  <a:lnTo>
                    <a:pt x="227984" y="196548"/>
                  </a:lnTo>
                  <a:lnTo>
                    <a:pt x="261291" y="167078"/>
                  </a:lnTo>
                  <a:lnTo>
                    <a:pt x="296375" y="139671"/>
                  </a:lnTo>
                  <a:lnTo>
                    <a:pt x="333139" y="114421"/>
                  </a:lnTo>
                  <a:lnTo>
                    <a:pt x="371488" y="91424"/>
                  </a:lnTo>
                  <a:lnTo>
                    <a:pt x="411327" y="70776"/>
                  </a:lnTo>
                  <a:lnTo>
                    <a:pt x="452560" y="52571"/>
                  </a:lnTo>
                  <a:lnTo>
                    <a:pt x="495092" y="36905"/>
                  </a:lnTo>
                  <a:lnTo>
                    <a:pt x="538828" y="23873"/>
                  </a:lnTo>
                  <a:lnTo>
                    <a:pt x="583672" y="13572"/>
                  </a:lnTo>
                  <a:lnTo>
                    <a:pt x="629529" y="6095"/>
                  </a:lnTo>
                  <a:lnTo>
                    <a:pt x="676303" y="1539"/>
                  </a:lnTo>
                  <a:lnTo>
                    <a:pt x="723900" y="0"/>
                  </a:lnTo>
                  <a:lnTo>
                    <a:pt x="5722620" y="0"/>
                  </a:lnTo>
                  <a:lnTo>
                    <a:pt x="5770216" y="1539"/>
                  </a:lnTo>
                  <a:lnTo>
                    <a:pt x="5816990" y="6095"/>
                  </a:lnTo>
                  <a:lnTo>
                    <a:pt x="5862847" y="13572"/>
                  </a:lnTo>
                  <a:lnTo>
                    <a:pt x="5907691" y="23873"/>
                  </a:lnTo>
                  <a:lnTo>
                    <a:pt x="5951427" y="36905"/>
                  </a:lnTo>
                  <a:lnTo>
                    <a:pt x="5993959" y="52571"/>
                  </a:lnTo>
                  <a:lnTo>
                    <a:pt x="6035192" y="70776"/>
                  </a:lnTo>
                  <a:lnTo>
                    <a:pt x="6075031" y="91424"/>
                  </a:lnTo>
                  <a:lnTo>
                    <a:pt x="6113380" y="114421"/>
                  </a:lnTo>
                  <a:lnTo>
                    <a:pt x="6150144" y="139671"/>
                  </a:lnTo>
                  <a:lnTo>
                    <a:pt x="6185228" y="167078"/>
                  </a:lnTo>
                  <a:lnTo>
                    <a:pt x="6218535" y="196548"/>
                  </a:lnTo>
                  <a:lnTo>
                    <a:pt x="6249971" y="227984"/>
                  </a:lnTo>
                  <a:lnTo>
                    <a:pt x="6279441" y="261291"/>
                  </a:lnTo>
                  <a:lnTo>
                    <a:pt x="6306848" y="296375"/>
                  </a:lnTo>
                  <a:lnTo>
                    <a:pt x="6332098" y="333139"/>
                  </a:lnTo>
                  <a:lnTo>
                    <a:pt x="6355095" y="371488"/>
                  </a:lnTo>
                  <a:lnTo>
                    <a:pt x="6375743" y="411327"/>
                  </a:lnTo>
                  <a:lnTo>
                    <a:pt x="6393948" y="452560"/>
                  </a:lnTo>
                  <a:lnTo>
                    <a:pt x="6409614" y="495092"/>
                  </a:lnTo>
                  <a:lnTo>
                    <a:pt x="6422646" y="538828"/>
                  </a:lnTo>
                  <a:lnTo>
                    <a:pt x="6432947" y="583672"/>
                  </a:lnTo>
                  <a:lnTo>
                    <a:pt x="6440424" y="629529"/>
                  </a:lnTo>
                  <a:lnTo>
                    <a:pt x="6444980" y="676303"/>
                  </a:lnTo>
                  <a:lnTo>
                    <a:pt x="6446520" y="723900"/>
                  </a:lnTo>
                  <a:lnTo>
                    <a:pt x="6446520" y="3619500"/>
                  </a:lnTo>
                  <a:lnTo>
                    <a:pt x="6444980" y="3667096"/>
                  </a:lnTo>
                  <a:lnTo>
                    <a:pt x="6440424" y="3713870"/>
                  </a:lnTo>
                  <a:lnTo>
                    <a:pt x="6432947" y="3759727"/>
                  </a:lnTo>
                  <a:lnTo>
                    <a:pt x="6422646" y="3804571"/>
                  </a:lnTo>
                  <a:lnTo>
                    <a:pt x="6409614" y="3848307"/>
                  </a:lnTo>
                  <a:lnTo>
                    <a:pt x="6393948" y="3890839"/>
                  </a:lnTo>
                  <a:lnTo>
                    <a:pt x="6375743" y="3932072"/>
                  </a:lnTo>
                  <a:lnTo>
                    <a:pt x="6355095" y="3971911"/>
                  </a:lnTo>
                  <a:lnTo>
                    <a:pt x="6332098" y="4010260"/>
                  </a:lnTo>
                  <a:lnTo>
                    <a:pt x="6306848" y="4047024"/>
                  </a:lnTo>
                  <a:lnTo>
                    <a:pt x="6279441" y="4082108"/>
                  </a:lnTo>
                  <a:lnTo>
                    <a:pt x="6249971" y="4115415"/>
                  </a:lnTo>
                  <a:lnTo>
                    <a:pt x="6218535" y="4146851"/>
                  </a:lnTo>
                  <a:lnTo>
                    <a:pt x="6185228" y="4176321"/>
                  </a:lnTo>
                  <a:lnTo>
                    <a:pt x="6150144" y="4203728"/>
                  </a:lnTo>
                  <a:lnTo>
                    <a:pt x="6113380" y="4228978"/>
                  </a:lnTo>
                  <a:lnTo>
                    <a:pt x="6075031" y="4251975"/>
                  </a:lnTo>
                  <a:lnTo>
                    <a:pt x="6035192" y="4272623"/>
                  </a:lnTo>
                  <a:lnTo>
                    <a:pt x="5993959" y="4290828"/>
                  </a:lnTo>
                  <a:lnTo>
                    <a:pt x="5951427" y="4306494"/>
                  </a:lnTo>
                  <a:lnTo>
                    <a:pt x="5907691" y="4319526"/>
                  </a:lnTo>
                  <a:lnTo>
                    <a:pt x="5862847" y="4329827"/>
                  </a:lnTo>
                  <a:lnTo>
                    <a:pt x="5816990" y="4337304"/>
                  </a:lnTo>
                  <a:lnTo>
                    <a:pt x="5770216" y="4341860"/>
                  </a:lnTo>
                  <a:lnTo>
                    <a:pt x="5722620" y="4343400"/>
                  </a:lnTo>
                  <a:lnTo>
                    <a:pt x="723900" y="4343400"/>
                  </a:lnTo>
                  <a:lnTo>
                    <a:pt x="676303" y="4341860"/>
                  </a:lnTo>
                  <a:lnTo>
                    <a:pt x="629529" y="4337304"/>
                  </a:lnTo>
                  <a:lnTo>
                    <a:pt x="583672" y="4329827"/>
                  </a:lnTo>
                  <a:lnTo>
                    <a:pt x="538828" y="4319526"/>
                  </a:lnTo>
                  <a:lnTo>
                    <a:pt x="495092" y="4306494"/>
                  </a:lnTo>
                  <a:lnTo>
                    <a:pt x="452560" y="4290828"/>
                  </a:lnTo>
                  <a:lnTo>
                    <a:pt x="411327" y="4272623"/>
                  </a:lnTo>
                  <a:lnTo>
                    <a:pt x="371488" y="4251975"/>
                  </a:lnTo>
                  <a:lnTo>
                    <a:pt x="333139" y="4228978"/>
                  </a:lnTo>
                  <a:lnTo>
                    <a:pt x="296375" y="4203728"/>
                  </a:lnTo>
                  <a:lnTo>
                    <a:pt x="261291" y="4176321"/>
                  </a:lnTo>
                  <a:lnTo>
                    <a:pt x="227984" y="4146851"/>
                  </a:lnTo>
                  <a:lnTo>
                    <a:pt x="196548" y="4115415"/>
                  </a:lnTo>
                  <a:lnTo>
                    <a:pt x="167078" y="4082108"/>
                  </a:lnTo>
                  <a:lnTo>
                    <a:pt x="139671" y="4047024"/>
                  </a:lnTo>
                  <a:lnTo>
                    <a:pt x="114421" y="4010260"/>
                  </a:lnTo>
                  <a:lnTo>
                    <a:pt x="91424" y="3971911"/>
                  </a:lnTo>
                  <a:lnTo>
                    <a:pt x="70776" y="3932072"/>
                  </a:lnTo>
                  <a:lnTo>
                    <a:pt x="52571" y="3890839"/>
                  </a:lnTo>
                  <a:lnTo>
                    <a:pt x="36905" y="3848307"/>
                  </a:lnTo>
                  <a:lnTo>
                    <a:pt x="23873" y="3804571"/>
                  </a:lnTo>
                  <a:lnTo>
                    <a:pt x="13572" y="3759727"/>
                  </a:lnTo>
                  <a:lnTo>
                    <a:pt x="6095" y="3713870"/>
                  </a:lnTo>
                  <a:lnTo>
                    <a:pt x="1539" y="3667096"/>
                  </a:lnTo>
                  <a:lnTo>
                    <a:pt x="0" y="3619500"/>
                  </a:lnTo>
                  <a:lnTo>
                    <a:pt x="0" y="72390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714449"/>
              <a:ext cx="1548384" cy="4694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0501" y="1737741"/>
              <a:ext cx="1463040" cy="384175"/>
            </a:xfrm>
            <a:custGeom>
              <a:avLst/>
              <a:gdLst/>
              <a:ahLst/>
              <a:cxnLst/>
              <a:rect l="l" t="t" r="r" b="b"/>
              <a:pathLst>
                <a:path w="1463039" h="384175">
                  <a:moveTo>
                    <a:pt x="1399032" y="0"/>
                  </a:moveTo>
                  <a:lnTo>
                    <a:pt x="64008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8" y="384048"/>
                  </a:lnTo>
                  <a:lnTo>
                    <a:pt x="1399032" y="384048"/>
                  </a:lnTo>
                  <a:lnTo>
                    <a:pt x="1423927" y="379011"/>
                  </a:lnTo>
                  <a:lnTo>
                    <a:pt x="1444275" y="365283"/>
                  </a:lnTo>
                  <a:lnTo>
                    <a:pt x="1458003" y="344935"/>
                  </a:lnTo>
                  <a:lnTo>
                    <a:pt x="1463040" y="320039"/>
                  </a:lnTo>
                  <a:lnTo>
                    <a:pt x="1463040" y="64008"/>
                  </a:lnTo>
                  <a:lnTo>
                    <a:pt x="1458003" y="39112"/>
                  </a:lnTo>
                  <a:lnTo>
                    <a:pt x="1444275" y="18764"/>
                  </a:lnTo>
                  <a:lnTo>
                    <a:pt x="1423927" y="5036"/>
                  </a:lnTo>
                  <a:lnTo>
                    <a:pt x="139903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0501" y="1737741"/>
              <a:ext cx="1463040" cy="384175"/>
            </a:xfrm>
            <a:custGeom>
              <a:avLst/>
              <a:gdLst/>
              <a:ahLst/>
              <a:cxnLst/>
              <a:rect l="l" t="t" r="r" b="b"/>
              <a:pathLst>
                <a:path w="1463039" h="384175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8" y="0"/>
                  </a:lnTo>
                  <a:lnTo>
                    <a:pt x="1399032" y="0"/>
                  </a:lnTo>
                  <a:lnTo>
                    <a:pt x="1423927" y="5036"/>
                  </a:lnTo>
                  <a:lnTo>
                    <a:pt x="1444275" y="18764"/>
                  </a:lnTo>
                  <a:lnTo>
                    <a:pt x="1458003" y="39112"/>
                  </a:lnTo>
                  <a:lnTo>
                    <a:pt x="1463040" y="64008"/>
                  </a:lnTo>
                  <a:lnTo>
                    <a:pt x="1463040" y="320039"/>
                  </a:lnTo>
                  <a:lnTo>
                    <a:pt x="1458003" y="344935"/>
                  </a:lnTo>
                  <a:lnTo>
                    <a:pt x="1444275" y="365283"/>
                  </a:lnTo>
                  <a:lnTo>
                    <a:pt x="1423927" y="379011"/>
                  </a:lnTo>
                  <a:lnTo>
                    <a:pt x="1399032" y="384048"/>
                  </a:lnTo>
                  <a:lnTo>
                    <a:pt x="64008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8316" y="1835403"/>
            <a:ext cx="8661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PROJECT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860" y="2097466"/>
            <a:ext cx="3120390" cy="1496695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400" b="1" spc="-10" dirty="0">
                <a:solidFill>
                  <a:srgbClr val="F5F8FF"/>
                </a:solidFill>
                <a:latin typeface="Calibri"/>
                <a:cs typeface="Calibri"/>
              </a:rPr>
              <a:t>PocketSmart</a:t>
            </a:r>
            <a:r>
              <a:rPr sz="3400" b="1" spc="-1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AI-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powered</a:t>
            </a:r>
            <a:r>
              <a:rPr sz="1900" b="1" spc="-9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budget</a:t>
            </a:r>
            <a:r>
              <a:rPr sz="1900" b="1" spc="-10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planning 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and</a:t>
            </a:r>
            <a:r>
              <a:rPr sz="1900" b="1" spc="-4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recommendation</a:t>
            </a:r>
            <a:r>
              <a:rPr sz="1900" b="1" spc="-1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assistant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860" y="4094226"/>
            <a:ext cx="100456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FFBD41"/>
                </a:solidFill>
                <a:latin typeface="Calibri"/>
                <a:cs typeface="Calibri"/>
              </a:rPr>
              <a:t>TEAM</a:t>
            </a:r>
            <a:r>
              <a:rPr sz="1100" b="1" spc="-25" dirty="0">
                <a:solidFill>
                  <a:srgbClr val="FFBD41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BD41"/>
                </a:solidFill>
                <a:latin typeface="Calibri"/>
                <a:cs typeface="Calibri"/>
              </a:rPr>
              <a:t>MEMBERS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2233" y="4487417"/>
            <a:ext cx="810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FBD41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FFBD41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BD41"/>
                </a:solidFill>
                <a:latin typeface="Calibri"/>
                <a:cs typeface="Calibri"/>
              </a:rPr>
              <a:t>LEADER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42233" y="4798314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2233" y="5109209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6290" y="4393996"/>
            <a:ext cx="1829310" cy="13098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Pradeesh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sz="1450" b="1" spc="-1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Pavan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kumar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Prathisha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Priya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dharshini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42233" y="5420105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98080" y="1394447"/>
            <a:ext cx="4017645" cy="4429125"/>
            <a:chOff x="7498080" y="1394447"/>
            <a:chExt cx="4017645" cy="442912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80" y="1394447"/>
              <a:ext cx="4017264" cy="44287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44181" y="1417701"/>
              <a:ext cx="3931920" cy="4343400"/>
            </a:xfrm>
            <a:custGeom>
              <a:avLst/>
              <a:gdLst/>
              <a:ahLst/>
              <a:cxnLst/>
              <a:rect l="l" t="t" r="r" b="b"/>
              <a:pathLst>
                <a:path w="3931920" h="4343400">
                  <a:moveTo>
                    <a:pt x="3276600" y="0"/>
                  </a:moveTo>
                  <a:lnTo>
                    <a:pt x="655320" y="0"/>
                  </a:lnTo>
                  <a:lnTo>
                    <a:pt x="606409" y="1797"/>
                  </a:lnTo>
                  <a:lnTo>
                    <a:pt x="558475" y="7104"/>
                  </a:lnTo>
                  <a:lnTo>
                    <a:pt x="511645" y="15795"/>
                  </a:lnTo>
                  <a:lnTo>
                    <a:pt x="466045" y="27743"/>
                  </a:lnTo>
                  <a:lnTo>
                    <a:pt x="421801" y="42821"/>
                  </a:lnTo>
                  <a:lnTo>
                    <a:pt x="379042" y="60902"/>
                  </a:lnTo>
                  <a:lnTo>
                    <a:pt x="337892" y="81860"/>
                  </a:lnTo>
                  <a:lnTo>
                    <a:pt x="298479" y="105569"/>
                  </a:lnTo>
                  <a:lnTo>
                    <a:pt x="260930" y="131901"/>
                  </a:lnTo>
                  <a:lnTo>
                    <a:pt x="225371" y="160729"/>
                  </a:lnTo>
                  <a:lnTo>
                    <a:pt x="191928" y="191928"/>
                  </a:lnTo>
                  <a:lnTo>
                    <a:pt x="160729" y="225371"/>
                  </a:lnTo>
                  <a:lnTo>
                    <a:pt x="131901" y="260930"/>
                  </a:lnTo>
                  <a:lnTo>
                    <a:pt x="105569" y="298479"/>
                  </a:lnTo>
                  <a:lnTo>
                    <a:pt x="81860" y="337892"/>
                  </a:lnTo>
                  <a:lnTo>
                    <a:pt x="60902" y="379042"/>
                  </a:lnTo>
                  <a:lnTo>
                    <a:pt x="42821" y="421801"/>
                  </a:lnTo>
                  <a:lnTo>
                    <a:pt x="27743" y="466045"/>
                  </a:lnTo>
                  <a:lnTo>
                    <a:pt x="15795" y="511645"/>
                  </a:lnTo>
                  <a:lnTo>
                    <a:pt x="7104" y="558475"/>
                  </a:lnTo>
                  <a:lnTo>
                    <a:pt x="1797" y="606409"/>
                  </a:lnTo>
                  <a:lnTo>
                    <a:pt x="0" y="655320"/>
                  </a:lnTo>
                  <a:lnTo>
                    <a:pt x="0" y="3688079"/>
                  </a:lnTo>
                  <a:lnTo>
                    <a:pt x="1797" y="3736990"/>
                  </a:lnTo>
                  <a:lnTo>
                    <a:pt x="7104" y="3784924"/>
                  </a:lnTo>
                  <a:lnTo>
                    <a:pt x="15795" y="3831754"/>
                  </a:lnTo>
                  <a:lnTo>
                    <a:pt x="27743" y="3877354"/>
                  </a:lnTo>
                  <a:lnTo>
                    <a:pt x="42821" y="3921598"/>
                  </a:lnTo>
                  <a:lnTo>
                    <a:pt x="60902" y="3964357"/>
                  </a:lnTo>
                  <a:lnTo>
                    <a:pt x="81860" y="4005507"/>
                  </a:lnTo>
                  <a:lnTo>
                    <a:pt x="105569" y="4044920"/>
                  </a:lnTo>
                  <a:lnTo>
                    <a:pt x="131901" y="4082469"/>
                  </a:lnTo>
                  <a:lnTo>
                    <a:pt x="160729" y="4118028"/>
                  </a:lnTo>
                  <a:lnTo>
                    <a:pt x="191928" y="4151471"/>
                  </a:lnTo>
                  <a:lnTo>
                    <a:pt x="225371" y="4182670"/>
                  </a:lnTo>
                  <a:lnTo>
                    <a:pt x="260930" y="4211498"/>
                  </a:lnTo>
                  <a:lnTo>
                    <a:pt x="298479" y="4237830"/>
                  </a:lnTo>
                  <a:lnTo>
                    <a:pt x="337892" y="4261539"/>
                  </a:lnTo>
                  <a:lnTo>
                    <a:pt x="379042" y="4282497"/>
                  </a:lnTo>
                  <a:lnTo>
                    <a:pt x="421801" y="4300578"/>
                  </a:lnTo>
                  <a:lnTo>
                    <a:pt x="466045" y="4315656"/>
                  </a:lnTo>
                  <a:lnTo>
                    <a:pt x="511645" y="4327604"/>
                  </a:lnTo>
                  <a:lnTo>
                    <a:pt x="558475" y="4336295"/>
                  </a:lnTo>
                  <a:lnTo>
                    <a:pt x="606409" y="4341602"/>
                  </a:lnTo>
                  <a:lnTo>
                    <a:pt x="655320" y="4343400"/>
                  </a:lnTo>
                  <a:lnTo>
                    <a:pt x="3276600" y="4343400"/>
                  </a:lnTo>
                  <a:lnTo>
                    <a:pt x="3325510" y="4341602"/>
                  </a:lnTo>
                  <a:lnTo>
                    <a:pt x="3373444" y="4336295"/>
                  </a:lnTo>
                  <a:lnTo>
                    <a:pt x="3420274" y="4327604"/>
                  </a:lnTo>
                  <a:lnTo>
                    <a:pt x="3465874" y="4315656"/>
                  </a:lnTo>
                  <a:lnTo>
                    <a:pt x="3510118" y="4300578"/>
                  </a:lnTo>
                  <a:lnTo>
                    <a:pt x="3552877" y="4282497"/>
                  </a:lnTo>
                  <a:lnTo>
                    <a:pt x="3594027" y="4261539"/>
                  </a:lnTo>
                  <a:lnTo>
                    <a:pt x="3633440" y="4237830"/>
                  </a:lnTo>
                  <a:lnTo>
                    <a:pt x="3670989" y="4211498"/>
                  </a:lnTo>
                  <a:lnTo>
                    <a:pt x="3706548" y="4182670"/>
                  </a:lnTo>
                  <a:lnTo>
                    <a:pt x="3739991" y="4151471"/>
                  </a:lnTo>
                  <a:lnTo>
                    <a:pt x="3771190" y="4118028"/>
                  </a:lnTo>
                  <a:lnTo>
                    <a:pt x="3800018" y="4082469"/>
                  </a:lnTo>
                  <a:lnTo>
                    <a:pt x="3826350" y="4044920"/>
                  </a:lnTo>
                  <a:lnTo>
                    <a:pt x="3850059" y="4005507"/>
                  </a:lnTo>
                  <a:lnTo>
                    <a:pt x="3871017" y="3964357"/>
                  </a:lnTo>
                  <a:lnTo>
                    <a:pt x="3889098" y="3921598"/>
                  </a:lnTo>
                  <a:lnTo>
                    <a:pt x="3904176" y="3877354"/>
                  </a:lnTo>
                  <a:lnTo>
                    <a:pt x="3916124" y="3831754"/>
                  </a:lnTo>
                  <a:lnTo>
                    <a:pt x="3924815" y="3784924"/>
                  </a:lnTo>
                  <a:lnTo>
                    <a:pt x="3930122" y="3736990"/>
                  </a:lnTo>
                  <a:lnTo>
                    <a:pt x="3931920" y="3688079"/>
                  </a:lnTo>
                  <a:lnTo>
                    <a:pt x="3931920" y="655320"/>
                  </a:lnTo>
                  <a:lnTo>
                    <a:pt x="3930122" y="606409"/>
                  </a:lnTo>
                  <a:lnTo>
                    <a:pt x="3924815" y="558475"/>
                  </a:lnTo>
                  <a:lnTo>
                    <a:pt x="3916124" y="511645"/>
                  </a:lnTo>
                  <a:lnTo>
                    <a:pt x="3904176" y="466045"/>
                  </a:lnTo>
                  <a:lnTo>
                    <a:pt x="3889098" y="421801"/>
                  </a:lnTo>
                  <a:lnTo>
                    <a:pt x="3871017" y="379042"/>
                  </a:lnTo>
                  <a:lnTo>
                    <a:pt x="3850059" y="337892"/>
                  </a:lnTo>
                  <a:lnTo>
                    <a:pt x="3826350" y="298479"/>
                  </a:lnTo>
                  <a:lnTo>
                    <a:pt x="3800018" y="260930"/>
                  </a:lnTo>
                  <a:lnTo>
                    <a:pt x="3771190" y="225371"/>
                  </a:lnTo>
                  <a:lnTo>
                    <a:pt x="3739991" y="191928"/>
                  </a:lnTo>
                  <a:lnTo>
                    <a:pt x="3706548" y="160729"/>
                  </a:lnTo>
                  <a:lnTo>
                    <a:pt x="3670989" y="131901"/>
                  </a:lnTo>
                  <a:lnTo>
                    <a:pt x="3633440" y="105569"/>
                  </a:lnTo>
                  <a:lnTo>
                    <a:pt x="3594027" y="81860"/>
                  </a:lnTo>
                  <a:lnTo>
                    <a:pt x="3552877" y="60902"/>
                  </a:lnTo>
                  <a:lnTo>
                    <a:pt x="3510118" y="42821"/>
                  </a:lnTo>
                  <a:lnTo>
                    <a:pt x="3465874" y="27743"/>
                  </a:lnTo>
                  <a:lnTo>
                    <a:pt x="3420274" y="15795"/>
                  </a:lnTo>
                  <a:lnTo>
                    <a:pt x="3373444" y="7104"/>
                  </a:lnTo>
                  <a:lnTo>
                    <a:pt x="3325510" y="1797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62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44181" y="1417701"/>
              <a:ext cx="3931920" cy="4343400"/>
            </a:xfrm>
            <a:custGeom>
              <a:avLst/>
              <a:gdLst/>
              <a:ahLst/>
              <a:cxnLst/>
              <a:rect l="l" t="t" r="r" b="b"/>
              <a:pathLst>
                <a:path w="3931920" h="4343400">
                  <a:moveTo>
                    <a:pt x="0" y="655320"/>
                  </a:moveTo>
                  <a:lnTo>
                    <a:pt x="1797" y="606409"/>
                  </a:lnTo>
                  <a:lnTo>
                    <a:pt x="7104" y="558475"/>
                  </a:lnTo>
                  <a:lnTo>
                    <a:pt x="15795" y="511645"/>
                  </a:lnTo>
                  <a:lnTo>
                    <a:pt x="27743" y="466045"/>
                  </a:lnTo>
                  <a:lnTo>
                    <a:pt x="42821" y="421801"/>
                  </a:lnTo>
                  <a:lnTo>
                    <a:pt x="60902" y="379042"/>
                  </a:lnTo>
                  <a:lnTo>
                    <a:pt x="81860" y="337892"/>
                  </a:lnTo>
                  <a:lnTo>
                    <a:pt x="105569" y="298479"/>
                  </a:lnTo>
                  <a:lnTo>
                    <a:pt x="131901" y="260930"/>
                  </a:lnTo>
                  <a:lnTo>
                    <a:pt x="160729" y="225371"/>
                  </a:lnTo>
                  <a:lnTo>
                    <a:pt x="191928" y="191928"/>
                  </a:lnTo>
                  <a:lnTo>
                    <a:pt x="225371" y="160729"/>
                  </a:lnTo>
                  <a:lnTo>
                    <a:pt x="260930" y="131901"/>
                  </a:lnTo>
                  <a:lnTo>
                    <a:pt x="298479" y="105569"/>
                  </a:lnTo>
                  <a:lnTo>
                    <a:pt x="337892" y="81860"/>
                  </a:lnTo>
                  <a:lnTo>
                    <a:pt x="379042" y="60902"/>
                  </a:lnTo>
                  <a:lnTo>
                    <a:pt x="421801" y="42821"/>
                  </a:lnTo>
                  <a:lnTo>
                    <a:pt x="466045" y="27743"/>
                  </a:lnTo>
                  <a:lnTo>
                    <a:pt x="511645" y="15795"/>
                  </a:lnTo>
                  <a:lnTo>
                    <a:pt x="558475" y="7104"/>
                  </a:lnTo>
                  <a:lnTo>
                    <a:pt x="606409" y="1797"/>
                  </a:lnTo>
                  <a:lnTo>
                    <a:pt x="655320" y="0"/>
                  </a:lnTo>
                  <a:lnTo>
                    <a:pt x="3276600" y="0"/>
                  </a:lnTo>
                  <a:lnTo>
                    <a:pt x="3325510" y="1797"/>
                  </a:lnTo>
                  <a:lnTo>
                    <a:pt x="3373444" y="7104"/>
                  </a:lnTo>
                  <a:lnTo>
                    <a:pt x="3420274" y="15795"/>
                  </a:lnTo>
                  <a:lnTo>
                    <a:pt x="3465874" y="27743"/>
                  </a:lnTo>
                  <a:lnTo>
                    <a:pt x="3510118" y="42821"/>
                  </a:lnTo>
                  <a:lnTo>
                    <a:pt x="3552877" y="60902"/>
                  </a:lnTo>
                  <a:lnTo>
                    <a:pt x="3594027" y="81860"/>
                  </a:lnTo>
                  <a:lnTo>
                    <a:pt x="3633440" y="105569"/>
                  </a:lnTo>
                  <a:lnTo>
                    <a:pt x="3670989" y="131901"/>
                  </a:lnTo>
                  <a:lnTo>
                    <a:pt x="3706548" y="160729"/>
                  </a:lnTo>
                  <a:lnTo>
                    <a:pt x="3739991" y="191928"/>
                  </a:lnTo>
                  <a:lnTo>
                    <a:pt x="3771190" y="225371"/>
                  </a:lnTo>
                  <a:lnTo>
                    <a:pt x="3800018" y="260930"/>
                  </a:lnTo>
                  <a:lnTo>
                    <a:pt x="3826350" y="298479"/>
                  </a:lnTo>
                  <a:lnTo>
                    <a:pt x="3850059" y="337892"/>
                  </a:lnTo>
                  <a:lnTo>
                    <a:pt x="3871017" y="379042"/>
                  </a:lnTo>
                  <a:lnTo>
                    <a:pt x="3889098" y="421801"/>
                  </a:lnTo>
                  <a:lnTo>
                    <a:pt x="3904176" y="466045"/>
                  </a:lnTo>
                  <a:lnTo>
                    <a:pt x="3916124" y="511645"/>
                  </a:lnTo>
                  <a:lnTo>
                    <a:pt x="3924815" y="558475"/>
                  </a:lnTo>
                  <a:lnTo>
                    <a:pt x="3930122" y="606409"/>
                  </a:lnTo>
                  <a:lnTo>
                    <a:pt x="3931920" y="655320"/>
                  </a:lnTo>
                  <a:lnTo>
                    <a:pt x="3931920" y="3688079"/>
                  </a:lnTo>
                  <a:lnTo>
                    <a:pt x="3930122" y="3736990"/>
                  </a:lnTo>
                  <a:lnTo>
                    <a:pt x="3924815" y="3784924"/>
                  </a:lnTo>
                  <a:lnTo>
                    <a:pt x="3916124" y="3831754"/>
                  </a:lnTo>
                  <a:lnTo>
                    <a:pt x="3904176" y="3877354"/>
                  </a:lnTo>
                  <a:lnTo>
                    <a:pt x="3889098" y="3921598"/>
                  </a:lnTo>
                  <a:lnTo>
                    <a:pt x="3871017" y="3964357"/>
                  </a:lnTo>
                  <a:lnTo>
                    <a:pt x="3850059" y="4005507"/>
                  </a:lnTo>
                  <a:lnTo>
                    <a:pt x="3826350" y="4044920"/>
                  </a:lnTo>
                  <a:lnTo>
                    <a:pt x="3800018" y="4082469"/>
                  </a:lnTo>
                  <a:lnTo>
                    <a:pt x="3771190" y="4118028"/>
                  </a:lnTo>
                  <a:lnTo>
                    <a:pt x="3739991" y="4151471"/>
                  </a:lnTo>
                  <a:lnTo>
                    <a:pt x="3706548" y="4182670"/>
                  </a:lnTo>
                  <a:lnTo>
                    <a:pt x="3670989" y="4211498"/>
                  </a:lnTo>
                  <a:lnTo>
                    <a:pt x="3633440" y="4237830"/>
                  </a:lnTo>
                  <a:lnTo>
                    <a:pt x="3594027" y="4261539"/>
                  </a:lnTo>
                  <a:lnTo>
                    <a:pt x="3552877" y="4282497"/>
                  </a:lnTo>
                  <a:lnTo>
                    <a:pt x="3510118" y="4300578"/>
                  </a:lnTo>
                  <a:lnTo>
                    <a:pt x="3465874" y="4315656"/>
                  </a:lnTo>
                  <a:lnTo>
                    <a:pt x="3420274" y="4327604"/>
                  </a:lnTo>
                  <a:lnTo>
                    <a:pt x="3373444" y="4336295"/>
                  </a:lnTo>
                  <a:lnTo>
                    <a:pt x="3325510" y="4341602"/>
                  </a:lnTo>
                  <a:lnTo>
                    <a:pt x="3276600" y="4343400"/>
                  </a:lnTo>
                  <a:lnTo>
                    <a:pt x="655320" y="4343400"/>
                  </a:lnTo>
                  <a:lnTo>
                    <a:pt x="606409" y="4341602"/>
                  </a:lnTo>
                  <a:lnTo>
                    <a:pt x="558475" y="4336295"/>
                  </a:lnTo>
                  <a:lnTo>
                    <a:pt x="511645" y="4327604"/>
                  </a:lnTo>
                  <a:lnTo>
                    <a:pt x="466045" y="4315656"/>
                  </a:lnTo>
                  <a:lnTo>
                    <a:pt x="421801" y="4300578"/>
                  </a:lnTo>
                  <a:lnTo>
                    <a:pt x="379042" y="4282497"/>
                  </a:lnTo>
                  <a:lnTo>
                    <a:pt x="337892" y="4261539"/>
                  </a:lnTo>
                  <a:lnTo>
                    <a:pt x="298479" y="4237830"/>
                  </a:lnTo>
                  <a:lnTo>
                    <a:pt x="260930" y="4211498"/>
                  </a:lnTo>
                  <a:lnTo>
                    <a:pt x="225371" y="4182670"/>
                  </a:lnTo>
                  <a:lnTo>
                    <a:pt x="191928" y="4151471"/>
                  </a:lnTo>
                  <a:lnTo>
                    <a:pt x="160729" y="4118028"/>
                  </a:lnTo>
                  <a:lnTo>
                    <a:pt x="131901" y="4082469"/>
                  </a:lnTo>
                  <a:lnTo>
                    <a:pt x="105569" y="4044920"/>
                  </a:lnTo>
                  <a:lnTo>
                    <a:pt x="81860" y="4005507"/>
                  </a:lnTo>
                  <a:lnTo>
                    <a:pt x="60902" y="3964357"/>
                  </a:lnTo>
                  <a:lnTo>
                    <a:pt x="42821" y="3921598"/>
                  </a:lnTo>
                  <a:lnTo>
                    <a:pt x="27743" y="3877354"/>
                  </a:lnTo>
                  <a:lnTo>
                    <a:pt x="15795" y="3831754"/>
                  </a:lnTo>
                  <a:lnTo>
                    <a:pt x="7104" y="3784924"/>
                  </a:lnTo>
                  <a:lnTo>
                    <a:pt x="1797" y="3736990"/>
                  </a:lnTo>
                  <a:lnTo>
                    <a:pt x="0" y="3688079"/>
                  </a:lnTo>
                  <a:lnTo>
                    <a:pt x="0" y="655320"/>
                  </a:lnTo>
                  <a:close/>
                </a:path>
              </a:pathLst>
            </a:custGeom>
            <a:ln w="9906">
              <a:solidFill>
                <a:srgbClr val="2F4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74480" y="1848357"/>
            <a:ext cx="6718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22CDFF"/>
                </a:solidFill>
                <a:latin typeface="Calibri"/>
                <a:cs typeface="Calibri"/>
              </a:rPr>
              <a:t>SMART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1</a:t>
            </a:fld>
            <a:r>
              <a:rPr spc="-20" dirty="0"/>
              <a:t>/10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58300" y="2305557"/>
            <a:ext cx="50482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0" dirty="0">
                <a:solidFill>
                  <a:srgbClr val="954AFF"/>
                </a:solidFill>
                <a:latin typeface="Calibri"/>
                <a:cs typeface="Calibri"/>
              </a:rPr>
              <a:t>PLAN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97340" y="2762757"/>
            <a:ext cx="62547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28D691"/>
                </a:solidFill>
                <a:latin typeface="Calibri"/>
                <a:cs typeface="Calibri"/>
              </a:rPr>
              <a:t>SPEND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21090" y="3351021"/>
            <a:ext cx="1578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5F8FF"/>
                </a:solidFill>
                <a:latin typeface="Calibri"/>
                <a:cs typeface="Calibri"/>
              </a:rPr>
              <a:t>LIVE</a:t>
            </a:r>
            <a:r>
              <a:rPr sz="24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5F8FF"/>
                </a:solidFill>
                <a:latin typeface="Calibri"/>
                <a:cs typeface="Calibri"/>
              </a:rPr>
              <a:t>BETTER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28431" y="4275582"/>
            <a:ext cx="296354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50" dirty="0" smtClean="0">
                <a:solidFill>
                  <a:srgbClr val="AAB8D3"/>
                </a:solidFill>
                <a:latin typeface="Calibri"/>
                <a:cs typeface="Calibri"/>
              </a:rPr>
              <a:t>BCA – Bachelor Of Computer Applications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4963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Planning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fixed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can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become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time-consuming.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77339"/>
            <a:ext cx="2554605" cy="3194685"/>
            <a:chOff x="640080" y="1577339"/>
            <a:chExt cx="2554605" cy="3194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77339"/>
              <a:ext cx="2554224" cy="31943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80" h="3108960">
                  <a:moveTo>
                    <a:pt x="2057400" y="0"/>
                  </a:moveTo>
                  <a:lnTo>
                    <a:pt x="411492" y="0"/>
                  </a:lnTo>
                  <a:lnTo>
                    <a:pt x="363502" y="2769"/>
                  </a:lnTo>
                  <a:lnTo>
                    <a:pt x="317139" y="10870"/>
                  </a:lnTo>
                  <a:lnTo>
                    <a:pt x="272711" y="23994"/>
                  </a:lnTo>
                  <a:lnTo>
                    <a:pt x="230526" y="41832"/>
                  </a:lnTo>
                  <a:lnTo>
                    <a:pt x="190893" y="64075"/>
                  </a:lnTo>
                  <a:lnTo>
                    <a:pt x="154122" y="90413"/>
                  </a:lnTo>
                  <a:lnTo>
                    <a:pt x="120521" y="120538"/>
                  </a:lnTo>
                  <a:lnTo>
                    <a:pt x="90398" y="154141"/>
                  </a:lnTo>
                  <a:lnTo>
                    <a:pt x="64063" y="190913"/>
                  </a:lnTo>
                  <a:lnTo>
                    <a:pt x="41823" y="230543"/>
                  </a:lnTo>
                  <a:lnTo>
                    <a:pt x="23988" y="272725"/>
                  </a:lnTo>
                  <a:lnTo>
                    <a:pt x="10867" y="317147"/>
                  </a:lnTo>
                  <a:lnTo>
                    <a:pt x="2768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8" y="2745457"/>
                  </a:lnTo>
                  <a:lnTo>
                    <a:pt x="10867" y="2791812"/>
                  </a:lnTo>
                  <a:lnTo>
                    <a:pt x="23988" y="2836234"/>
                  </a:lnTo>
                  <a:lnTo>
                    <a:pt x="41823" y="2878416"/>
                  </a:lnTo>
                  <a:lnTo>
                    <a:pt x="64063" y="2918046"/>
                  </a:lnTo>
                  <a:lnTo>
                    <a:pt x="90398" y="2954818"/>
                  </a:lnTo>
                  <a:lnTo>
                    <a:pt x="120521" y="2988421"/>
                  </a:lnTo>
                  <a:lnTo>
                    <a:pt x="154122" y="3018546"/>
                  </a:lnTo>
                  <a:lnTo>
                    <a:pt x="190893" y="3044884"/>
                  </a:lnTo>
                  <a:lnTo>
                    <a:pt x="230526" y="3067127"/>
                  </a:lnTo>
                  <a:lnTo>
                    <a:pt x="272711" y="3084965"/>
                  </a:lnTo>
                  <a:lnTo>
                    <a:pt x="317139" y="3098089"/>
                  </a:lnTo>
                  <a:lnTo>
                    <a:pt x="363502" y="3106190"/>
                  </a:lnTo>
                  <a:lnTo>
                    <a:pt x="411492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80" y="2697480"/>
                  </a:lnTo>
                  <a:lnTo>
                    <a:pt x="2468880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80" h="3108960">
                  <a:moveTo>
                    <a:pt x="0" y="411480"/>
                  </a:moveTo>
                  <a:lnTo>
                    <a:pt x="2768" y="363502"/>
                  </a:lnTo>
                  <a:lnTo>
                    <a:pt x="10867" y="317147"/>
                  </a:lnTo>
                  <a:lnTo>
                    <a:pt x="23988" y="272725"/>
                  </a:lnTo>
                  <a:lnTo>
                    <a:pt x="41823" y="230543"/>
                  </a:lnTo>
                  <a:lnTo>
                    <a:pt x="64063" y="190913"/>
                  </a:lnTo>
                  <a:lnTo>
                    <a:pt x="90398" y="154141"/>
                  </a:lnTo>
                  <a:lnTo>
                    <a:pt x="120521" y="120538"/>
                  </a:lnTo>
                  <a:lnTo>
                    <a:pt x="154122" y="90413"/>
                  </a:lnTo>
                  <a:lnTo>
                    <a:pt x="190893" y="64075"/>
                  </a:lnTo>
                  <a:lnTo>
                    <a:pt x="230526" y="41832"/>
                  </a:lnTo>
                  <a:lnTo>
                    <a:pt x="272711" y="23994"/>
                  </a:lnTo>
                  <a:lnTo>
                    <a:pt x="317139" y="10870"/>
                  </a:lnTo>
                  <a:lnTo>
                    <a:pt x="363502" y="2769"/>
                  </a:lnTo>
                  <a:lnTo>
                    <a:pt x="411492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80" y="411480"/>
                  </a:lnTo>
                  <a:lnTo>
                    <a:pt x="2468880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92" y="3108960"/>
                  </a:lnTo>
                  <a:lnTo>
                    <a:pt x="363502" y="3106190"/>
                  </a:lnTo>
                  <a:lnTo>
                    <a:pt x="317139" y="3098089"/>
                  </a:lnTo>
                  <a:lnTo>
                    <a:pt x="272711" y="3084965"/>
                  </a:lnTo>
                  <a:lnTo>
                    <a:pt x="230526" y="3067127"/>
                  </a:lnTo>
                  <a:lnTo>
                    <a:pt x="190893" y="3044884"/>
                  </a:lnTo>
                  <a:lnTo>
                    <a:pt x="154122" y="3018546"/>
                  </a:lnTo>
                  <a:lnTo>
                    <a:pt x="120521" y="2988421"/>
                  </a:lnTo>
                  <a:lnTo>
                    <a:pt x="90398" y="2954818"/>
                  </a:lnTo>
                  <a:lnTo>
                    <a:pt x="64063" y="2918046"/>
                  </a:lnTo>
                  <a:lnTo>
                    <a:pt x="41823" y="2878416"/>
                  </a:lnTo>
                  <a:lnTo>
                    <a:pt x="23988" y="2836234"/>
                  </a:lnTo>
                  <a:lnTo>
                    <a:pt x="10867" y="2791812"/>
                  </a:lnTo>
                  <a:lnTo>
                    <a:pt x="2768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7419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419" y="2352039"/>
            <a:ext cx="6908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SEARCH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419" y="2948686"/>
            <a:ext cx="13989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Too</a:t>
            </a:r>
            <a:r>
              <a:rPr sz="13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many</a:t>
            </a:r>
            <a:r>
              <a:rPr sz="1300" spc="-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options</a:t>
            </a:r>
            <a:r>
              <a:rPr sz="13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to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explore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29000" y="1577339"/>
            <a:ext cx="2554605" cy="3194685"/>
            <a:chOff x="3429000" y="1577339"/>
            <a:chExt cx="2554605" cy="31946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0" y="1577339"/>
              <a:ext cx="2554224" cy="31943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7510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510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36594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6594" y="2352039"/>
            <a:ext cx="8788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COMPARE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6594" y="2948686"/>
            <a:ext cx="13633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Difficult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compare alternatives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17920" y="1577339"/>
            <a:ext cx="2554605" cy="3194685"/>
            <a:chOff x="6217920" y="1577339"/>
            <a:chExt cx="2554605" cy="319468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1577339"/>
              <a:ext cx="2554224" cy="31943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6402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402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25768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8D691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25768" y="2352039"/>
            <a:ext cx="9740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F5F8FF"/>
                </a:solidFill>
                <a:latin typeface="Calibri"/>
                <a:cs typeface="Calibri"/>
              </a:rPr>
              <a:t>CALCULATE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25768" y="2948686"/>
            <a:ext cx="174561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Manual</a:t>
            </a:r>
            <a:r>
              <a:rPr sz="1300" spc="-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300" spc="-4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allocation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06840" y="1577339"/>
            <a:ext cx="2554605" cy="3194685"/>
            <a:chOff x="9006840" y="1577339"/>
            <a:chExt cx="2554605" cy="319468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06840" y="1577339"/>
              <a:ext cx="2554224" cy="319430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05294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5294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314942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FFBD41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2</a:t>
            </a:fld>
            <a:r>
              <a:rPr spc="-20" dirty="0"/>
              <a:t>/10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314942" y="2352039"/>
            <a:ext cx="6394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DECIDE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14942" y="2948686"/>
            <a:ext cx="15297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Choosing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what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fits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the 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need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8860" y="5282946"/>
            <a:ext cx="898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22CDFF"/>
                </a:solidFill>
                <a:latin typeface="Calibri"/>
                <a:cs typeface="Calibri"/>
              </a:rPr>
              <a:t>THE</a:t>
            </a:r>
            <a:r>
              <a:rPr sz="1100" b="1" spc="-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CDFF"/>
                </a:solidFill>
                <a:latin typeface="Calibri"/>
                <a:cs typeface="Calibri"/>
              </a:rPr>
              <a:t>QUESTION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48660" y="5092446"/>
            <a:ext cx="69418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“How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can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we</a:t>
            </a:r>
            <a:r>
              <a:rPr sz="20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make</a:t>
            </a:r>
            <a:r>
              <a:rPr sz="2000" b="1" spc="-5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2000" b="1" spc="-7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5F8FF"/>
                </a:solidFill>
                <a:latin typeface="Calibri"/>
                <a:cs typeface="Calibri"/>
              </a:rPr>
              <a:t>simpler,</a:t>
            </a:r>
            <a:r>
              <a:rPr sz="2000" b="1" spc="-7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5F8FF"/>
                </a:solidFill>
                <a:latin typeface="Calibri"/>
                <a:cs typeface="Calibri"/>
              </a:rPr>
              <a:t>faster</a:t>
            </a:r>
            <a:r>
              <a:rPr sz="20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and</a:t>
            </a:r>
            <a:r>
              <a:rPr sz="20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5F8FF"/>
                </a:solidFill>
                <a:latin typeface="Calibri"/>
                <a:cs typeface="Calibri"/>
              </a:rPr>
              <a:t>smarter?”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6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55606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single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web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application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connecting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requirements,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AI-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assisted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recommendations.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485900"/>
            <a:ext cx="4977765" cy="4474845"/>
            <a:chOff x="640080" y="1485900"/>
            <a:chExt cx="4977765" cy="44748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485900"/>
              <a:ext cx="4977384" cy="44744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509141"/>
              <a:ext cx="4892040" cy="4389120"/>
            </a:xfrm>
            <a:custGeom>
              <a:avLst/>
              <a:gdLst/>
              <a:ahLst/>
              <a:cxnLst/>
              <a:rect l="l" t="t" r="r" b="b"/>
              <a:pathLst>
                <a:path w="4892040" h="4389120">
                  <a:moveTo>
                    <a:pt x="4160520" y="0"/>
                  </a:moveTo>
                  <a:lnTo>
                    <a:pt x="731519" y="0"/>
                  </a:lnTo>
                  <a:lnTo>
                    <a:pt x="683423" y="1556"/>
                  </a:lnTo>
                  <a:lnTo>
                    <a:pt x="636157" y="6160"/>
                  </a:lnTo>
                  <a:lnTo>
                    <a:pt x="589817" y="13715"/>
                  </a:lnTo>
                  <a:lnTo>
                    <a:pt x="544502" y="24126"/>
                  </a:lnTo>
                  <a:lnTo>
                    <a:pt x="500306" y="37295"/>
                  </a:lnTo>
                  <a:lnTo>
                    <a:pt x="457326" y="53126"/>
                  </a:lnTo>
                  <a:lnTo>
                    <a:pt x="415659" y="71524"/>
                  </a:lnTo>
                  <a:lnTo>
                    <a:pt x="375400" y="92390"/>
                  </a:lnTo>
                  <a:lnTo>
                    <a:pt x="336648" y="115630"/>
                  </a:lnTo>
                  <a:lnTo>
                    <a:pt x="299497" y="141146"/>
                  </a:lnTo>
                  <a:lnTo>
                    <a:pt x="264044" y="168843"/>
                  </a:lnTo>
                  <a:lnTo>
                    <a:pt x="230386" y="198623"/>
                  </a:lnTo>
                  <a:lnTo>
                    <a:pt x="198618" y="230391"/>
                  </a:lnTo>
                  <a:lnTo>
                    <a:pt x="168839" y="264049"/>
                  </a:lnTo>
                  <a:lnTo>
                    <a:pt x="141143" y="299502"/>
                  </a:lnTo>
                  <a:lnTo>
                    <a:pt x="115627" y="336653"/>
                  </a:lnTo>
                  <a:lnTo>
                    <a:pt x="92388" y="375406"/>
                  </a:lnTo>
                  <a:lnTo>
                    <a:pt x="71521" y="415664"/>
                  </a:lnTo>
                  <a:lnTo>
                    <a:pt x="53125" y="457331"/>
                  </a:lnTo>
                  <a:lnTo>
                    <a:pt x="37294" y="500310"/>
                  </a:lnTo>
                  <a:lnTo>
                    <a:pt x="24125" y="544506"/>
                  </a:lnTo>
                  <a:lnTo>
                    <a:pt x="13715" y="589821"/>
                  </a:lnTo>
                  <a:lnTo>
                    <a:pt x="6159" y="636159"/>
                  </a:lnTo>
                  <a:lnTo>
                    <a:pt x="1556" y="683424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56" y="3705695"/>
                  </a:lnTo>
                  <a:lnTo>
                    <a:pt x="6159" y="3752960"/>
                  </a:lnTo>
                  <a:lnTo>
                    <a:pt x="13715" y="3799298"/>
                  </a:lnTo>
                  <a:lnTo>
                    <a:pt x="24125" y="3844613"/>
                  </a:lnTo>
                  <a:lnTo>
                    <a:pt x="37294" y="3888809"/>
                  </a:lnTo>
                  <a:lnTo>
                    <a:pt x="53125" y="3931788"/>
                  </a:lnTo>
                  <a:lnTo>
                    <a:pt x="71521" y="3973455"/>
                  </a:lnTo>
                  <a:lnTo>
                    <a:pt x="92388" y="4013713"/>
                  </a:lnTo>
                  <a:lnTo>
                    <a:pt x="115627" y="4052466"/>
                  </a:lnTo>
                  <a:lnTo>
                    <a:pt x="141143" y="4089617"/>
                  </a:lnTo>
                  <a:lnTo>
                    <a:pt x="168839" y="4125070"/>
                  </a:lnTo>
                  <a:lnTo>
                    <a:pt x="198618" y="4158728"/>
                  </a:lnTo>
                  <a:lnTo>
                    <a:pt x="230386" y="4190496"/>
                  </a:lnTo>
                  <a:lnTo>
                    <a:pt x="264044" y="4220276"/>
                  </a:lnTo>
                  <a:lnTo>
                    <a:pt x="299497" y="4247973"/>
                  </a:lnTo>
                  <a:lnTo>
                    <a:pt x="336648" y="4273489"/>
                  </a:lnTo>
                  <a:lnTo>
                    <a:pt x="375400" y="4296729"/>
                  </a:lnTo>
                  <a:lnTo>
                    <a:pt x="415659" y="4317595"/>
                  </a:lnTo>
                  <a:lnTo>
                    <a:pt x="457326" y="4335993"/>
                  </a:lnTo>
                  <a:lnTo>
                    <a:pt x="500306" y="4351824"/>
                  </a:lnTo>
                  <a:lnTo>
                    <a:pt x="544502" y="4364993"/>
                  </a:lnTo>
                  <a:lnTo>
                    <a:pt x="589817" y="4375404"/>
                  </a:lnTo>
                  <a:lnTo>
                    <a:pt x="636157" y="4382959"/>
                  </a:lnTo>
                  <a:lnTo>
                    <a:pt x="683423" y="4387563"/>
                  </a:lnTo>
                  <a:lnTo>
                    <a:pt x="731519" y="4389120"/>
                  </a:lnTo>
                  <a:lnTo>
                    <a:pt x="4160520" y="4389120"/>
                  </a:lnTo>
                  <a:lnTo>
                    <a:pt x="4208615" y="4387563"/>
                  </a:lnTo>
                  <a:lnTo>
                    <a:pt x="4255880" y="4382959"/>
                  </a:lnTo>
                  <a:lnTo>
                    <a:pt x="4302218" y="4375404"/>
                  </a:lnTo>
                  <a:lnTo>
                    <a:pt x="4347533" y="4364993"/>
                  </a:lnTo>
                  <a:lnTo>
                    <a:pt x="4391729" y="4351824"/>
                  </a:lnTo>
                  <a:lnTo>
                    <a:pt x="4434708" y="4335993"/>
                  </a:lnTo>
                  <a:lnTo>
                    <a:pt x="4476375" y="4317595"/>
                  </a:lnTo>
                  <a:lnTo>
                    <a:pt x="4516633" y="4296729"/>
                  </a:lnTo>
                  <a:lnTo>
                    <a:pt x="4555386" y="4273489"/>
                  </a:lnTo>
                  <a:lnTo>
                    <a:pt x="4592537" y="4247973"/>
                  </a:lnTo>
                  <a:lnTo>
                    <a:pt x="4627990" y="4220276"/>
                  </a:lnTo>
                  <a:lnTo>
                    <a:pt x="4661648" y="4190496"/>
                  </a:lnTo>
                  <a:lnTo>
                    <a:pt x="4693416" y="4158728"/>
                  </a:lnTo>
                  <a:lnTo>
                    <a:pt x="4723196" y="4125070"/>
                  </a:lnTo>
                  <a:lnTo>
                    <a:pt x="4750893" y="4089617"/>
                  </a:lnTo>
                  <a:lnTo>
                    <a:pt x="4776409" y="4052466"/>
                  </a:lnTo>
                  <a:lnTo>
                    <a:pt x="4799649" y="4013713"/>
                  </a:lnTo>
                  <a:lnTo>
                    <a:pt x="4820515" y="3973455"/>
                  </a:lnTo>
                  <a:lnTo>
                    <a:pt x="4838913" y="3931788"/>
                  </a:lnTo>
                  <a:lnTo>
                    <a:pt x="4854744" y="3888809"/>
                  </a:lnTo>
                  <a:lnTo>
                    <a:pt x="4867913" y="3844613"/>
                  </a:lnTo>
                  <a:lnTo>
                    <a:pt x="4878324" y="3799298"/>
                  </a:lnTo>
                  <a:lnTo>
                    <a:pt x="4885879" y="3752960"/>
                  </a:lnTo>
                  <a:lnTo>
                    <a:pt x="4890483" y="3705695"/>
                  </a:lnTo>
                  <a:lnTo>
                    <a:pt x="4892040" y="3657600"/>
                  </a:lnTo>
                  <a:lnTo>
                    <a:pt x="4892040" y="731520"/>
                  </a:lnTo>
                  <a:lnTo>
                    <a:pt x="4890483" y="683424"/>
                  </a:lnTo>
                  <a:lnTo>
                    <a:pt x="4885879" y="636159"/>
                  </a:lnTo>
                  <a:lnTo>
                    <a:pt x="4878324" y="589821"/>
                  </a:lnTo>
                  <a:lnTo>
                    <a:pt x="4867913" y="544506"/>
                  </a:lnTo>
                  <a:lnTo>
                    <a:pt x="4854744" y="500310"/>
                  </a:lnTo>
                  <a:lnTo>
                    <a:pt x="4838913" y="457331"/>
                  </a:lnTo>
                  <a:lnTo>
                    <a:pt x="4820515" y="415664"/>
                  </a:lnTo>
                  <a:lnTo>
                    <a:pt x="4799649" y="375406"/>
                  </a:lnTo>
                  <a:lnTo>
                    <a:pt x="4776409" y="336653"/>
                  </a:lnTo>
                  <a:lnTo>
                    <a:pt x="4750893" y="299502"/>
                  </a:lnTo>
                  <a:lnTo>
                    <a:pt x="4723196" y="264049"/>
                  </a:lnTo>
                  <a:lnTo>
                    <a:pt x="4693416" y="230391"/>
                  </a:lnTo>
                  <a:lnTo>
                    <a:pt x="4661648" y="198623"/>
                  </a:lnTo>
                  <a:lnTo>
                    <a:pt x="4627990" y="168843"/>
                  </a:lnTo>
                  <a:lnTo>
                    <a:pt x="4592537" y="141146"/>
                  </a:lnTo>
                  <a:lnTo>
                    <a:pt x="4555386" y="115630"/>
                  </a:lnTo>
                  <a:lnTo>
                    <a:pt x="4516633" y="92390"/>
                  </a:lnTo>
                  <a:lnTo>
                    <a:pt x="4476375" y="71524"/>
                  </a:lnTo>
                  <a:lnTo>
                    <a:pt x="4434708" y="53126"/>
                  </a:lnTo>
                  <a:lnTo>
                    <a:pt x="4391729" y="37295"/>
                  </a:lnTo>
                  <a:lnTo>
                    <a:pt x="4347533" y="24126"/>
                  </a:lnTo>
                  <a:lnTo>
                    <a:pt x="4302218" y="13715"/>
                  </a:lnTo>
                  <a:lnTo>
                    <a:pt x="4255880" y="6160"/>
                  </a:lnTo>
                  <a:lnTo>
                    <a:pt x="4208615" y="1556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509141"/>
              <a:ext cx="4892040" cy="4389120"/>
            </a:xfrm>
            <a:custGeom>
              <a:avLst/>
              <a:gdLst/>
              <a:ahLst/>
              <a:cxnLst/>
              <a:rect l="l" t="t" r="r" b="b"/>
              <a:pathLst>
                <a:path w="4892040" h="4389120">
                  <a:moveTo>
                    <a:pt x="0" y="731520"/>
                  </a:moveTo>
                  <a:lnTo>
                    <a:pt x="1556" y="683424"/>
                  </a:lnTo>
                  <a:lnTo>
                    <a:pt x="6159" y="636159"/>
                  </a:lnTo>
                  <a:lnTo>
                    <a:pt x="13715" y="589821"/>
                  </a:lnTo>
                  <a:lnTo>
                    <a:pt x="24125" y="544506"/>
                  </a:lnTo>
                  <a:lnTo>
                    <a:pt x="37294" y="500310"/>
                  </a:lnTo>
                  <a:lnTo>
                    <a:pt x="53125" y="457331"/>
                  </a:lnTo>
                  <a:lnTo>
                    <a:pt x="71521" y="415664"/>
                  </a:lnTo>
                  <a:lnTo>
                    <a:pt x="92388" y="375406"/>
                  </a:lnTo>
                  <a:lnTo>
                    <a:pt x="115627" y="336653"/>
                  </a:lnTo>
                  <a:lnTo>
                    <a:pt x="141143" y="299502"/>
                  </a:lnTo>
                  <a:lnTo>
                    <a:pt x="168839" y="264049"/>
                  </a:lnTo>
                  <a:lnTo>
                    <a:pt x="198618" y="230391"/>
                  </a:lnTo>
                  <a:lnTo>
                    <a:pt x="230386" y="198623"/>
                  </a:lnTo>
                  <a:lnTo>
                    <a:pt x="264044" y="168843"/>
                  </a:lnTo>
                  <a:lnTo>
                    <a:pt x="299497" y="141146"/>
                  </a:lnTo>
                  <a:lnTo>
                    <a:pt x="336648" y="115630"/>
                  </a:lnTo>
                  <a:lnTo>
                    <a:pt x="375400" y="92390"/>
                  </a:lnTo>
                  <a:lnTo>
                    <a:pt x="415659" y="71524"/>
                  </a:lnTo>
                  <a:lnTo>
                    <a:pt x="457326" y="53126"/>
                  </a:lnTo>
                  <a:lnTo>
                    <a:pt x="500306" y="37295"/>
                  </a:lnTo>
                  <a:lnTo>
                    <a:pt x="544502" y="24126"/>
                  </a:lnTo>
                  <a:lnTo>
                    <a:pt x="589817" y="13715"/>
                  </a:lnTo>
                  <a:lnTo>
                    <a:pt x="636157" y="6160"/>
                  </a:lnTo>
                  <a:lnTo>
                    <a:pt x="683423" y="1556"/>
                  </a:lnTo>
                  <a:lnTo>
                    <a:pt x="731519" y="0"/>
                  </a:lnTo>
                  <a:lnTo>
                    <a:pt x="4160520" y="0"/>
                  </a:lnTo>
                  <a:lnTo>
                    <a:pt x="4208615" y="1556"/>
                  </a:lnTo>
                  <a:lnTo>
                    <a:pt x="4255880" y="6160"/>
                  </a:lnTo>
                  <a:lnTo>
                    <a:pt x="4302218" y="13715"/>
                  </a:lnTo>
                  <a:lnTo>
                    <a:pt x="4347533" y="24126"/>
                  </a:lnTo>
                  <a:lnTo>
                    <a:pt x="4391729" y="37295"/>
                  </a:lnTo>
                  <a:lnTo>
                    <a:pt x="4434708" y="53126"/>
                  </a:lnTo>
                  <a:lnTo>
                    <a:pt x="4476375" y="71524"/>
                  </a:lnTo>
                  <a:lnTo>
                    <a:pt x="4516633" y="92390"/>
                  </a:lnTo>
                  <a:lnTo>
                    <a:pt x="4555386" y="115630"/>
                  </a:lnTo>
                  <a:lnTo>
                    <a:pt x="4592537" y="141146"/>
                  </a:lnTo>
                  <a:lnTo>
                    <a:pt x="4627990" y="168843"/>
                  </a:lnTo>
                  <a:lnTo>
                    <a:pt x="4661648" y="198623"/>
                  </a:lnTo>
                  <a:lnTo>
                    <a:pt x="4693416" y="230391"/>
                  </a:lnTo>
                  <a:lnTo>
                    <a:pt x="4723196" y="264049"/>
                  </a:lnTo>
                  <a:lnTo>
                    <a:pt x="4750893" y="299502"/>
                  </a:lnTo>
                  <a:lnTo>
                    <a:pt x="4776409" y="336653"/>
                  </a:lnTo>
                  <a:lnTo>
                    <a:pt x="4799649" y="375406"/>
                  </a:lnTo>
                  <a:lnTo>
                    <a:pt x="4820515" y="415664"/>
                  </a:lnTo>
                  <a:lnTo>
                    <a:pt x="4838913" y="457331"/>
                  </a:lnTo>
                  <a:lnTo>
                    <a:pt x="4854744" y="500310"/>
                  </a:lnTo>
                  <a:lnTo>
                    <a:pt x="4867913" y="544506"/>
                  </a:lnTo>
                  <a:lnTo>
                    <a:pt x="4878324" y="589821"/>
                  </a:lnTo>
                  <a:lnTo>
                    <a:pt x="4885879" y="636159"/>
                  </a:lnTo>
                  <a:lnTo>
                    <a:pt x="4890483" y="683424"/>
                  </a:lnTo>
                  <a:lnTo>
                    <a:pt x="4892040" y="731520"/>
                  </a:lnTo>
                  <a:lnTo>
                    <a:pt x="4892040" y="3657600"/>
                  </a:lnTo>
                  <a:lnTo>
                    <a:pt x="4890483" y="3705695"/>
                  </a:lnTo>
                  <a:lnTo>
                    <a:pt x="4885879" y="3752960"/>
                  </a:lnTo>
                  <a:lnTo>
                    <a:pt x="4878324" y="3799298"/>
                  </a:lnTo>
                  <a:lnTo>
                    <a:pt x="4867913" y="3844613"/>
                  </a:lnTo>
                  <a:lnTo>
                    <a:pt x="4854744" y="3888809"/>
                  </a:lnTo>
                  <a:lnTo>
                    <a:pt x="4838913" y="3931788"/>
                  </a:lnTo>
                  <a:lnTo>
                    <a:pt x="4820515" y="3973455"/>
                  </a:lnTo>
                  <a:lnTo>
                    <a:pt x="4799649" y="4013713"/>
                  </a:lnTo>
                  <a:lnTo>
                    <a:pt x="4776409" y="4052466"/>
                  </a:lnTo>
                  <a:lnTo>
                    <a:pt x="4750893" y="4089617"/>
                  </a:lnTo>
                  <a:lnTo>
                    <a:pt x="4723196" y="4125070"/>
                  </a:lnTo>
                  <a:lnTo>
                    <a:pt x="4693416" y="4158728"/>
                  </a:lnTo>
                  <a:lnTo>
                    <a:pt x="4661648" y="4190496"/>
                  </a:lnTo>
                  <a:lnTo>
                    <a:pt x="4627990" y="4220276"/>
                  </a:lnTo>
                  <a:lnTo>
                    <a:pt x="4592537" y="4247973"/>
                  </a:lnTo>
                  <a:lnTo>
                    <a:pt x="4555386" y="4273489"/>
                  </a:lnTo>
                  <a:lnTo>
                    <a:pt x="4516633" y="4296729"/>
                  </a:lnTo>
                  <a:lnTo>
                    <a:pt x="4476375" y="4317595"/>
                  </a:lnTo>
                  <a:lnTo>
                    <a:pt x="4434708" y="4335993"/>
                  </a:lnTo>
                  <a:lnTo>
                    <a:pt x="4391729" y="4351824"/>
                  </a:lnTo>
                  <a:lnTo>
                    <a:pt x="4347533" y="4364993"/>
                  </a:lnTo>
                  <a:lnTo>
                    <a:pt x="4302218" y="4375404"/>
                  </a:lnTo>
                  <a:lnTo>
                    <a:pt x="4255880" y="4382959"/>
                  </a:lnTo>
                  <a:lnTo>
                    <a:pt x="4208615" y="4387563"/>
                  </a:lnTo>
                  <a:lnTo>
                    <a:pt x="4160520" y="4389120"/>
                  </a:lnTo>
                  <a:lnTo>
                    <a:pt x="731519" y="4389120"/>
                  </a:lnTo>
                  <a:lnTo>
                    <a:pt x="683423" y="4387563"/>
                  </a:lnTo>
                  <a:lnTo>
                    <a:pt x="636157" y="4382959"/>
                  </a:lnTo>
                  <a:lnTo>
                    <a:pt x="589817" y="4375404"/>
                  </a:lnTo>
                  <a:lnTo>
                    <a:pt x="544502" y="4364993"/>
                  </a:lnTo>
                  <a:lnTo>
                    <a:pt x="500306" y="4351824"/>
                  </a:lnTo>
                  <a:lnTo>
                    <a:pt x="457326" y="4335993"/>
                  </a:lnTo>
                  <a:lnTo>
                    <a:pt x="415659" y="4317595"/>
                  </a:lnTo>
                  <a:lnTo>
                    <a:pt x="375400" y="4296729"/>
                  </a:lnTo>
                  <a:lnTo>
                    <a:pt x="336648" y="4273489"/>
                  </a:lnTo>
                  <a:lnTo>
                    <a:pt x="299497" y="4247973"/>
                  </a:lnTo>
                  <a:lnTo>
                    <a:pt x="264044" y="4220276"/>
                  </a:lnTo>
                  <a:lnTo>
                    <a:pt x="230386" y="4190496"/>
                  </a:lnTo>
                  <a:lnTo>
                    <a:pt x="198618" y="4158728"/>
                  </a:lnTo>
                  <a:lnTo>
                    <a:pt x="168839" y="4125070"/>
                  </a:lnTo>
                  <a:lnTo>
                    <a:pt x="141143" y="4089617"/>
                  </a:lnTo>
                  <a:lnTo>
                    <a:pt x="115627" y="4052466"/>
                  </a:lnTo>
                  <a:lnTo>
                    <a:pt x="92388" y="4013713"/>
                  </a:lnTo>
                  <a:lnTo>
                    <a:pt x="71521" y="3973455"/>
                  </a:lnTo>
                  <a:lnTo>
                    <a:pt x="53125" y="3931788"/>
                  </a:lnTo>
                  <a:lnTo>
                    <a:pt x="37294" y="3888809"/>
                  </a:lnTo>
                  <a:lnTo>
                    <a:pt x="24125" y="3844613"/>
                  </a:lnTo>
                  <a:lnTo>
                    <a:pt x="13715" y="3799298"/>
                  </a:lnTo>
                  <a:lnTo>
                    <a:pt x="6159" y="3752960"/>
                  </a:lnTo>
                  <a:lnTo>
                    <a:pt x="1556" y="3705695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67355" y="1849882"/>
            <a:ext cx="1282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CDFF"/>
                </a:solidFill>
                <a:latin typeface="Calibri"/>
                <a:cs typeface="Calibri"/>
              </a:rPr>
              <a:t>USER</a:t>
            </a:r>
            <a:r>
              <a:rPr sz="1500" b="1" spc="-3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CDFF"/>
                </a:solidFill>
                <a:latin typeface="Calibri"/>
                <a:cs typeface="Calibri"/>
              </a:rPr>
              <a:t>PROVIDES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88719" y="2400249"/>
            <a:ext cx="3834765" cy="469900"/>
            <a:chOff x="1188719" y="2400249"/>
            <a:chExt cx="3834765" cy="4699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2400249"/>
              <a:ext cx="3834383" cy="4694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34820" y="2423541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8"/>
                  </a:lnTo>
                  <a:lnTo>
                    <a:pt x="3685031" y="384048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8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820" y="2423541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8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8"/>
                  </a:lnTo>
                  <a:lnTo>
                    <a:pt x="64007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00198" y="2521203"/>
            <a:ext cx="101726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050" b="1" spc="-6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category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88719" y="3022041"/>
            <a:ext cx="3834765" cy="469900"/>
            <a:chOff x="1188719" y="3022041"/>
            <a:chExt cx="3834765" cy="4699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3022041"/>
              <a:ext cx="3834383" cy="46944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34820" y="3045332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7"/>
                  </a:lnTo>
                  <a:lnTo>
                    <a:pt x="3685031" y="384047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4820" y="3045332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7"/>
                  </a:lnTo>
                  <a:lnTo>
                    <a:pt x="64007" y="384047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98901" y="3142996"/>
            <a:ext cx="4203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88719" y="3643833"/>
            <a:ext cx="3834765" cy="469900"/>
            <a:chOff x="1188719" y="3643833"/>
            <a:chExt cx="3834765" cy="4699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3643833"/>
              <a:ext cx="3834383" cy="46944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34820" y="3667124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8"/>
                  </a:lnTo>
                  <a:lnTo>
                    <a:pt x="3685031" y="384048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4820" y="3667124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8"/>
                  </a:lnTo>
                  <a:lnTo>
                    <a:pt x="64007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06116" y="3764788"/>
            <a:ext cx="8051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Requirements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88719" y="4265625"/>
            <a:ext cx="3834765" cy="469900"/>
            <a:chOff x="1188719" y="4265625"/>
            <a:chExt cx="3834765" cy="46990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4265625"/>
              <a:ext cx="3834383" cy="46944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34820" y="4288917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7"/>
                  </a:lnTo>
                  <a:lnTo>
                    <a:pt x="3685031" y="384047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34820" y="4288917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7"/>
                  </a:lnTo>
                  <a:lnTo>
                    <a:pt x="64007" y="384047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67838" y="4386833"/>
            <a:ext cx="681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Preferences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852159" y="1485900"/>
            <a:ext cx="5526405" cy="4474845"/>
            <a:chOff x="5852159" y="1485900"/>
            <a:chExt cx="5526405" cy="447484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2159" y="1485900"/>
              <a:ext cx="5526024" cy="447446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98260" y="1509141"/>
              <a:ext cx="5440680" cy="4389120"/>
            </a:xfrm>
            <a:custGeom>
              <a:avLst/>
              <a:gdLst/>
              <a:ahLst/>
              <a:cxnLst/>
              <a:rect l="l" t="t" r="r" b="b"/>
              <a:pathLst>
                <a:path w="5440680" h="4389120">
                  <a:moveTo>
                    <a:pt x="4709160" y="0"/>
                  </a:moveTo>
                  <a:lnTo>
                    <a:pt x="731519" y="0"/>
                  </a:lnTo>
                  <a:lnTo>
                    <a:pt x="683424" y="1556"/>
                  </a:lnTo>
                  <a:lnTo>
                    <a:pt x="636159" y="6160"/>
                  </a:lnTo>
                  <a:lnTo>
                    <a:pt x="589821" y="13715"/>
                  </a:lnTo>
                  <a:lnTo>
                    <a:pt x="544506" y="24126"/>
                  </a:lnTo>
                  <a:lnTo>
                    <a:pt x="500310" y="37295"/>
                  </a:lnTo>
                  <a:lnTo>
                    <a:pt x="457331" y="53126"/>
                  </a:lnTo>
                  <a:lnTo>
                    <a:pt x="415664" y="71524"/>
                  </a:lnTo>
                  <a:lnTo>
                    <a:pt x="375406" y="92390"/>
                  </a:lnTo>
                  <a:lnTo>
                    <a:pt x="336653" y="115630"/>
                  </a:lnTo>
                  <a:lnTo>
                    <a:pt x="299502" y="141146"/>
                  </a:lnTo>
                  <a:lnTo>
                    <a:pt x="264049" y="168843"/>
                  </a:lnTo>
                  <a:lnTo>
                    <a:pt x="230391" y="198623"/>
                  </a:lnTo>
                  <a:lnTo>
                    <a:pt x="198623" y="230391"/>
                  </a:lnTo>
                  <a:lnTo>
                    <a:pt x="168843" y="264049"/>
                  </a:lnTo>
                  <a:lnTo>
                    <a:pt x="141146" y="299502"/>
                  </a:lnTo>
                  <a:lnTo>
                    <a:pt x="115630" y="336653"/>
                  </a:lnTo>
                  <a:lnTo>
                    <a:pt x="92390" y="375406"/>
                  </a:lnTo>
                  <a:lnTo>
                    <a:pt x="71524" y="415664"/>
                  </a:lnTo>
                  <a:lnTo>
                    <a:pt x="53126" y="457331"/>
                  </a:lnTo>
                  <a:lnTo>
                    <a:pt x="37295" y="500310"/>
                  </a:lnTo>
                  <a:lnTo>
                    <a:pt x="24126" y="544506"/>
                  </a:lnTo>
                  <a:lnTo>
                    <a:pt x="13715" y="589821"/>
                  </a:lnTo>
                  <a:lnTo>
                    <a:pt x="6160" y="636159"/>
                  </a:lnTo>
                  <a:lnTo>
                    <a:pt x="1556" y="683424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56" y="3705695"/>
                  </a:lnTo>
                  <a:lnTo>
                    <a:pt x="6160" y="3752960"/>
                  </a:lnTo>
                  <a:lnTo>
                    <a:pt x="13715" y="3799298"/>
                  </a:lnTo>
                  <a:lnTo>
                    <a:pt x="24126" y="3844613"/>
                  </a:lnTo>
                  <a:lnTo>
                    <a:pt x="37295" y="3888809"/>
                  </a:lnTo>
                  <a:lnTo>
                    <a:pt x="53126" y="3931788"/>
                  </a:lnTo>
                  <a:lnTo>
                    <a:pt x="71524" y="3973455"/>
                  </a:lnTo>
                  <a:lnTo>
                    <a:pt x="92390" y="4013713"/>
                  </a:lnTo>
                  <a:lnTo>
                    <a:pt x="115630" y="4052466"/>
                  </a:lnTo>
                  <a:lnTo>
                    <a:pt x="141146" y="4089617"/>
                  </a:lnTo>
                  <a:lnTo>
                    <a:pt x="168843" y="4125070"/>
                  </a:lnTo>
                  <a:lnTo>
                    <a:pt x="198623" y="4158728"/>
                  </a:lnTo>
                  <a:lnTo>
                    <a:pt x="230391" y="4190496"/>
                  </a:lnTo>
                  <a:lnTo>
                    <a:pt x="264049" y="4220276"/>
                  </a:lnTo>
                  <a:lnTo>
                    <a:pt x="299502" y="4247973"/>
                  </a:lnTo>
                  <a:lnTo>
                    <a:pt x="336653" y="4273489"/>
                  </a:lnTo>
                  <a:lnTo>
                    <a:pt x="375406" y="4296729"/>
                  </a:lnTo>
                  <a:lnTo>
                    <a:pt x="415664" y="4317595"/>
                  </a:lnTo>
                  <a:lnTo>
                    <a:pt x="457331" y="4335993"/>
                  </a:lnTo>
                  <a:lnTo>
                    <a:pt x="500310" y="4351824"/>
                  </a:lnTo>
                  <a:lnTo>
                    <a:pt x="544506" y="4364993"/>
                  </a:lnTo>
                  <a:lnTo>
                    <a:pt x="589821" y="4375404"/>
                  </a:lnTo>
                  <a:lnTo>
                    <a:pt x="636159" y="4382959"/>
                  </a:lnTo>
                  <a:lnTo>
                    <a:pt x="683424" y="4387563"/>
                  </a:lnTo>
                  <a:lnTo>
                    <a:pt x="731519" y="4389120"/>
                  </a:lnTo>
                  <a:lnTo>
                    <a:pt x="4709160" y="4389120"/>
                  </a:lnTo>
                  <a:lnTo>
                    <a:pt x="4757255" y="4387563"/>
                  </a:lnTo>
                  <a:lnTo>
                    <a:pt x="4804520" y="4382959"/>
                  </a:lnTo>
                  <a:lnTo>
                    <a:pt x="4850858" y="4375404"/>
                  </a:lnTo>
                  <a:lnTo>
                    <a:pt x="4896173" y="4364993"/>
                  </a:lnTo>
                  <a:lnTo>
                    <a:pt x="4940369" y="4351824"/>
                  </a:lnTo>
                  <a:lnTo>
                    <a:pt x="4983348" y="4335993"/>
                  </a:lnTo>
                  <a:lnTo>
                    <a:pt x="5025015" y="4317595"/>
                  </a:lnTo>
                  <a:lnTo>
                    <a:pt x="5065273" y="4296729"/>
                  </a:lnTo>
                  <a:lnTo>
                    <a:pt x="5104026" y="4273489"/>
                  </a:lnTo>
                  <a:lnTo>
                    <a:pt x="5141177" y="4247973"/>
                  </a:lnTo>
                  <a:lnTo>
                    <a:pt x="5176630" y="4220276"/>
                  </a:lnTo>
                  <a:lnTo>
                    <a:pt x="5210288" y="4190496"/>
                  </a:lnTo>
                  <a:lnTo>
                    <a:pt x="5242056" y="4158728"/>
                  </a:lnTo>
                  <a:lnTo>
                    <a:pt x="5271836" y="4125070"/>
                  </a:lnTo>
                  <a:lnTo>
                    <a:pt x="5299533" y="4089617"/>
                  </a:lnTo>
                  <a:lnTo>
                    <a:pt x="5325049" y="4052466"/>
                  </a:lnTo>
                  <a:lnTo>
                    <a:pt x="5348289" y="4013713"/>
                  </a:lnTo>
                  <a:lnTo>
                    <a:pt x="5369155" y="3973455"/>
                  </a:lnTo>
                  <a:lnTo>
                    <a:pt x="5387553" y="3931788"/>
                  </a:lnTo>
                  <a:lnTo>
                    <a:pt x="5403384" y="3888809"/>
                  </a:lnTo>
                  <a:lnTo>
                    <a:pt x="5416553" y="3844613"/>
                  </a:lnTo>
                  <a:lnTo>
                    <a:pt x="5426964" y="3799298"/>
                  </a:lnTo>
                  <a:lnTo>
                    <a:pt x="5434519" y="3752960"/>
                  </a:lnTo>
                  <a:lnTo>
                    <a:pt x="5439123" y="3705695"/>
                  </a:lnTo>
                  <a:lnTo>
                    <a:pt x="5440680" y="3657600"/>
                  </a:lnTo>
                  <a:lnTo>
                    <a:pt x="5440680" y="731520"/>
                  </a:lnTo>
                  <a:lnTo>
                    <a:pt x="5439123" y="683424"/>
                  </a:lnTo>
                  <a:lnTo>
                    <a:pt x="5434519" y="636159"/>
                  </a:lnTo>
                  <a:lnTo>
                    <a:pt x="5426964" y="589821"/>
                  </a:lnTo>
                  <a:lnTo>
                    <a:pt x="5416553" y="544506"/>
                  </a:lnTo>
                  <a:lnTo>
                    <a:pt x="5403384" y="500310"/>
                  </a:lnTo>
                  <a:lnTo>
                    <a:pt x="5387553" y="457331"/>
                  </a:lnTo>
                  <a:lnTo>
                    <a:pt x="5369155" y="415664"/>
                  </a:lnTo>
                  <a:lnTo>
                    <a:pt x="5348289" y="375406"/>
                  </a:lnTo>
                  <a:lnTo>
                    <a:pt x="5325049" y="336653"/>
                  </a:lnTo>
                  <a:lnTo>
                    <a:pt x="5299533" y="299502"/>
                  </a:lnTo>
                  <a:lnTo>
                    <a:pt x="5271836" y="264049"/>
                  </a:lnTo>
                  <a:lnTo>
                    <a:pt x="5242056" y="230391"/>
                  </a:lnTo>
                  <a:lnTo>
                    <a:pt x="5210288" y="198623"/>
                  </a:lnTo>
                  <a:lnTo>
                    <a:pt x="5176630" y="168843"/>
                  </a:lnTo>
                  <a:lnTo>
                    <a:pt x="5141177" y="141146"/>
                  </a:lnTo>
                  <a:lnTo>
                    <a:pt x="5104026" y="115630"/>
                  </a:lnTo>
                  <a:lnTo>
                    <a:pt x="5065273" y="92390"/>
                  </a:lnTo>
                  <a:lnTo>
                    <a:pt x="5025015" y="71524"/>
                  </a:lnTo>
                  <a:lnTo>
                    <a:pt x="4983348" y="53126"/>
                  </a:lnTo>
                  <a:lnTo>
                    <a:pt x="4940369" y="37295"/>
                  </a:lnTo>
                  <a:lnTo>
                    <a:pt x="4896173" y="24126"/>
                  </a:lnTo>
                  <a:lnTo>
                    <a:pt x="4850858" y="13715"/>
                  </a:lnTo>
                  <a:lnTo>
                    <a:pt x="4804520" y="6160"/>
                  </a:lnTo>
                  <a:lnTo>
                    <a:pt x="4757255" y="1556"/>
                  </a:lnTo>
                  <a:lnTo>
                    <a:pt x="4709160" y="0"/>
                  </a:lnTo>
                  <a:close/>
                </a:path>
              </a:pathLst>
            </a:custGeom>
            <a:solidFill>
              <a:srgbClr val="162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8260" y="1509141"/>
              <a:ext cx="5440680" cy="4389120"/>
            </a:xfrm>
            <a:custGeom>
              <a:avLst/>
              <a:gdLst/>
              <a:ahLst/>
              <a:cxnLst/>
              <a:rect l="l" t="t" r="r" b="b"/>
              <a:pathLst>
                <a:path w="5440680" h="4389120">
                  <a:moveTo>
                    <a:pt x="0" y="731520"/>
                  </a:moveTo>
                  <a:lnTo>
                    <a:pt x="1556" y="683424"/>
                  </a:lnTo>
                  <a:lnTo>
                    <a:pt x="6160" y="636159"/>
                  </a:lnTo>
                  <a:lnTo>
                    <a:pt x="13715" y="589821"/>
                  </a:lnTo>
                  <a:lnTo>
                    <a:pt x="24126" y="544506"/>
                  </a:lnTo>
                  <a:lnTo>
                    <a:pt x="37295" y="500310"/>
                  </a:lnTo>
                  <a:lnTo>
                    <a:pt x="53126" y="457331"/>
                  </a:lnTo>
                  <a:lnTo>
                    <a:pt x="71524" y="415664"/>
                  </a:lnTo>
                  <a:lnTo>
                    <a:pt x="92390" y="375406"/>
                  </a:lnTo>
                  <a:lnTo>
                    <a:pt x="115630" y="336653"/>
                  </a:lnTo>
                  <a:lnTo>
                    <a:pt x="141146" y="299502"/>
                  </a:lnTo>
                  <a:lnTo>
                    <a:pt x="168843" y="264049"/>
                  </a:lnTo>
                  <a:lnTo>
                    <a:pt x="198623" y="230391"/>
                  </a:lnTo>
                  <a:lnTo>
                    <a:pt x="230391" y="198623"/>
                  </a:lnTo>
                  <a:lnTo>
                    <a:pt x="264049" y="168843"/>
                  </a:lnTo>
                  <a:lnTo>
                    <a:pt x="299502" y="141146"/>
                  </a:lnTo>
                  <a:lnTo>
                    <a:pt x="336653" y="115630"/>
                  </a:lnTo>
                  <a:lnTo>
                    <a:pt x="375406" y="92390"/>
                  </a:lnTo>
                  <a:lnTo>
                    <a:pt x="415664" y="71524"/>
                  </a:lnTo>
                  <a:lnTo>
                    <a:pt x="457331" y="53126"/>
                  </a:lnTo>
                  <a:lnTo>
                    <a:pt x="500310" y="37295"/>
                  </a:lnTo>
                  <a:lnTo>
                    <a:pt x="544506" y="24126"/>
                  </a:lnTo>
                  <a:lnTo>
                    <a:pt x="589821" y="13715"/>
                  </a:lnTo>
                  <a:lnTo>
                    <a:pt x="636159" y="6160"/>
                  </a:lnTo>
                  <a:lnTo>
                    <a:pt x="683424" y="1556"/>
                  </a:lnTo>
                  <a:lnTo>
                    <a:pt x="731519" y="0"/>
                  </a:lnTo>
                  <a:lnTo>
                    <a:pt x="4709160" y="0"/>
                  </a:lnTo>
                  <a:lnTo>
                    <a:pt x="4757255" y="1556"/>
                  </a:lnTo>
                  <a:lnTo>
                    <a:pt x="4804520" y="6160"/>
                  </a:lnTo>
                  <a:lnTo>
                    <a:pt x="4850858" y="13715"/>
                  </a:lnTo>
                  <a:lnTo>
                    <a:pt x="4896173" y="24126"/>
                  </a:lnTo>
                  <a:lnTo>
                    <a:pt x="4940369" y="37295"/>
                  </a:lnTo>
                  <a:lnTo>
                    <a:pt x="4983348" y="53126"/>
                  </a:lnTo>
                  <a:lnTo>
                    <a:pt x="5025015" y="71524"/>
                  </a:lnTo>
                  <a:lnTo>
                    <a:pt x="5065273" y="92390"/>
                  </a:lnTo>
                  <a:lnTo>
                    <a:pt x="5104026" y="115630"/>
                  </a:lnTo>
                  <a:lnTo>
                    <a:pt x="5141177" y="141146"/>
                  </a:lnTo>
                  <a:lnTo>
                    <a:pt x="5176630" y="168843"/>
                  </a:lnTo>
                  <a:lnTo>
                    <a:pt x="5210288" y="198623"/>
                  </a:lnTo>
                  <a:lnTo>
                    <a:pt x="5242056" y="230391"/>
                  </a:lnTo>
                  <a:lnTo>
                    <a:pt x="5271836" y="264049"/>
                  </a:lnTo>
                  <a:lnTo>
                    <a:pt x="5299533" y="299502"/>
                  </a:lnTo>
                  <a:lnTo>
                    <a:pt x="5325049" y="336653"/>
                  </a:lnTo>
                  <a:lnTo>
                    <a:pt x="5348289" y="375406"/>
                  </a:lnTo>
                  <a:lnTo>
                    <a:pt x="5369155" y="415664"/>
                  </a:lnTo>
                  <a:lnTo>
                    <a:pt x="5387553" y="457331"/>
                  </a:lnTo>
                  <a:lnTo>
                    <a:pt x="5403384" y="500310"/>
                  </a:lnTo>
                  <a:lnTo>
                    <a:pt x="5416553" y="544506"/>
                  </a:lnTo>
                  <a:lnTo>
                    <a:pt x="5426964" y="589821"/>
                  </a:lnTo>
                  <a:lnTo>
                    <a:pt x="5434519" y="636159"/>
                  </a:lnTo>
                  <a:lnTo>
                    <a:pt x="5439123" y="683424"/>
                  </a:lnTo>
                  <a:lnTo>
                    <a:pt x="5440680" y="731520"/>
                  </a:lnTo>
                  <a:lnTo>
                    <a:pt x="5440680" y="3657600"/>
                  </a:lnTo>
                  <a:lnTo>
                    <a:pt x="5439123" y="3705695"/>
                  </a:lnTo>
                  <a:lnTo>
                    <a:pt x="5434519" y="3752960"/>
                  </a:lnTo>
                  <a:lnTo>
                    <a:pt x="5426964" y="3799298"/>
                  </a:lnTo>
                  <a:lnTo>
                    <a:pt x="5416553" y="3844613"/>
                  </a:lnTo>
                  <a:lnTo>
                    <a:pt x="5403384" y="3888809"/>
                  </a:lnTo>
                  <a:lnTo>
                    <a:pt x="5387553" y="3931788"/>
                  </a:lnTo>
                  <a:lnTo>
                    <a:pt x="5369155" y="3973455"/>
                  </a:lnTo>
                  <a:lnTo>
                    <a:pt x="5348289" y="4013713"/>
                  </a:lnTo>
                  <a:lnTo>
                    <a:pt x="5325049" y="4052466"/>
                  </a:lnTo>
                  <a:lnTo>
                    <a:pt x="5299533" y="4089617"/>
                  </a:lnTo>
                  <a:lnTo>
                    <a:pt x="5271836" y="4125070"/>
                  </a:lnTo>
                  <a:lnTo>
                    <a:pt x="5242056" y="4158728"/>
                  </a:lnTo>
                  <a:lnTo>
                    <a:pt x="5210288" y="4190496"/>
                  </a:lnTo>
                  <a:lnTo>
                    <a:pt x="5176630" y="4220276"/>
                  </a:lnTo>
                  <a:lnTo>
                    <a:pt x="5141177" y="4247973"/>
                  </a:lnTo>
                  <a:lnTo>
                    <a:pt x="5104026" y="4273489"/>
                  </a:lnTo>
                  <a:lnTo>
                    <a:pt x="5065273" y="4296729"/>
                  </a:lnTo>
                  <a:lnTo>
                    <a:pt x="5025015" y="4317595"/>
                  </a:lnTo>
                  <a:lnTo>
                    <a:pt x="4983348" y="4335993"/>
                  </a:lnTo>
                  <a:lnTo>
                    <a:pt x="4940369" y="4351824"/>
                  </a:lnTo>
                  <a:lnTo>
                    <a:pt x="4896173" y="4364993"/>
                  </a:lnTo>
                  <a:lnTo>
                    <a:pt x="4850858" y="4375404"/>
                  </a:lnTo>
                  <a:lnTo>
                    <a:pt x="4804520" y="4382959"/>
                  </a:lnTo>
                  <a:lnTo>
                    <a:pt x="4757255" y="4387563"/>
                  </a:lnTo>
                  <a:lnTo>
                    <a:pt x="4709160" y="4389120"/>
                  </a:lnTo>
                  <a:lnTo>
                    <a:pt x="731519" y="4389120"/>
                  </a:lnTo>
                  <a:lnTo>
                    <a:pt x="683424" y="4387563"/>
                  </a:lnTo>
                  <a:lnTo>
                    <a:pt x="636159" y="4382959"/>
                  </a:lnTo>
                  <a:lnTo>
                    <a:pt x="589821" y="4375404"/>
                  </a:lnTo>
                  <a:lnTo>
                    <a:pt x="544506" y="4364993"/>
                  </a:lnTo>
                  <a:lnTo>
                    <a:pt x="500310" y="4351824"/>
                  </a:lnTo>
                  <a:lnTo>
                    <a:pt x="457331" y="4335993"/>
                  </a:lnTo>
                  <a:lnTo>
                    <a:pt x="415664" y="4317595"/>
                  </a:lnTo>
                  <a:lnTo>
                    <a:pt x="375406" y="4296729"/>
                  </a:lnTo>
                  <a:lnTo>
                    <a:pt x="336653" y="4273489"/>
                  </a:lnTo>
                  <a:lnTo>
                    <a:pt x="299502" y="4247973"/>
                  </a:lnTo>
                  <a:lnTo>
                    <a:pt x="264049" y="4220276"/>
                  </a:lnTo>
                  <a:lnTo>
                    <a:pt x="230391" y="4190496"/>
                  </a:lnTo>
                  <a:lnTo>
                    <a:pt x="198623" y="4158728"/>
                  </a:lnTo>
                  <a:lnTo>
                    <a:pt x="168843" y="4125070"/>
                  </a:lnTo>
                  <a:lnTo>
                    <a:pt x="141146" y="4089617"/>
                  </a:lnTo>
                  <a:lnTo>
                    <a:pt x="115630" y="4052466"/>
                  </a:lnTo>
                  <a:lnTo>
                    <a:pt x="92390" y="4013713"/>
                  </a:lnTo>
                  <a:lnTo>
                    <a:pt x="71524" y="3973455"/>
                  </a:lnTo>
                  <a:lnTo>
                    <a:pt x="53126" y="3931788"/>
                  </a:lnTo>
                  <a:lnTo>
                    <a:pt x="37295" y="3888809"/>
                  </a:lnTo>
                  <a:lnTo>
                    <a:pt x="24126" y="3844613"/>
                  </a:lnTo>
                  <a:lnTo>
                    <a:pt x="13715" y="3799298"/>
                  </a:lnTo>
                  <a:lnTo>
                    <a:pt x="6160" y="3752960"/>
                  </a:lnTo>
                  <a:lnTo>
                    <a:pt x="1556" y="3705695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9906">
              <a:solidFill>
                <a:srgbClr val="3747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1411" y="1847596"/>
            <a:ext cx="170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5F8FF"/>
                </a:solidFill>
                <a:latin typeface="Calibri"/>
                <a:cs typeface="Calibri"/>
              </a:rPr>
              <a:t>POCKETSMART</a:t>
            </a:r>
            <a:r>
              <a:rPr sz="18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73138" y="2534919"/>
            <a:ext cx="30448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INPUT</a:t>
            </a:r>
            <a:r>
              <a:rPr sz="1600" b="1" spc="32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PROCESS</a:t>
            </a:r>
            <a:r>
              <a:rPr sz="1600" b="1" spc="35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r>
              <a:rPr sz="1600" b="1" spc="34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954AFF"/>
                </a:solidFill>
                <a:latin typeface="Calibri"/>
                <a:cs typeface="Calibri"/>
              </a:rPr>
              <a:t>PLAN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0654" y="3354832"/>
            <a:ext cx="317119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Personalized</a:t>
            </a:r>
            <a:r>
              <a:rPr sz="19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recommendations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+</a:t>
            </a:r>
            <a:r>
              <a:rPr sz="1900" b="1" spc="-6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19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breakdown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+</a:t>
            </a:r>
            <a:r>
              <a:rPr sz="1900" b="1" spc="-5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saved</a:t>
            </a:r>
            <a:r>
              <a:rPr sz="19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040880" y="5052009"/>
            <a:ext cx="3194685" cy="469900"/>
            <a:chOff x="7040880" y="5052009"/>
            <a:chExt cx="3194685" cy="46990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0880" y="5052009"/>
              <a:ext cx="3194304" cy="4694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86981" y="5075300"/>
              <a:ext cx="3108960" cy="384175"/>
            </a:xfrm>
            <a:custGeom>
              <a:avLst/>
              <a:gdLst/>
              <a:ahLst/>
              <a:cxnLst/>
              <a:rect l="l" t="t" r="r" b="b"/>
              <a:pathLst>
                <a:path w="3108959" h="384175">
                  <a:moveTo>
                    <a:pt x="304495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3044952" y="384048"/>
                  </a:lnTo>
                  <a:lnTo>
                    <a:pt x="3069847" y="379011"/>
                  </a:lnTo>
                  <a:lnTo>
                    <a:pt x="3090195" y="365283"/>
                  </a:lnTo>
                  <a:lnTo>
                    <a:pt x="3103923" y="344935"/>
                  </a:lnTo>
                  <a:lnTo>
                    <a:pt x="3108960" y="320040"/>
                  </a:lnTo>
                  <a:lnTo>
                    <a:pt x="3108960" y="64007"/>
                  </a:lnTo>
                  <a:lnTo>
                    <a:pt x="3103923" y="39112"/>
                  </a:lnTo>
                  <a:lnTo>
                    <a:pt x="3090195" y="18764"/>
                  </a:lnTo>
                  <a:lnTo>
                    <a:pt x="3069847" y="5036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28D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86981" y="5075300"/>
              <a:ext cx="3108960" cy="384175"/>
            </a:xfrm>
            <a:custGeom>
              <a:avLst/>
              <a:gdLst/>
              <a:ahLst/>
              <a:cxnLst/>
              <a:rect l="l" t="t" r="r" b="b"/>
              <a:pathLst>
                <a:path w="3108959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044952" y="0"/>
                  </a:lnTo>
                  <a:lnTo>
                    <a:pt x="3069847" y="5036"/>
                  </a:lnTo>
                  <a:lnTo>
                    <a:pt x="3090195" y="18764"/>
                  </a:lnTo>
                  <a:lnTo>
                    <a:pt x="3103923" y="39112"/>
                  </a:lnTo>
                  <a:lnTo>
                    <a:pt x="3108960" y="64007"/>
                  </a:lnTo>
                  <a:lnTo>
                    <a:pt x="3108960" y="320040"/>
                  </a:lnTo>
                  <a:lnTo>
                    <a:pt x="3103923" y="344935"/>
                  </a:lnTo>
                  <a:lnTo>
                    <a:pt x="3090195" y="365283"/>
                  </a:lnTo>
                  <a:lnTo>
                    <a:pt x="3069847" y="379011"/>
                  </a:lnTo>
                  <a:lnTo>
                    <a:pt x="304495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40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87207" y="5173217"/>
            <a:ext cx="15081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SIMPLE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SMART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USEFUL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3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WHAT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PLAN?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7757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Three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focused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planners</a:t>
            </a:r>
            <a:r>
              <a:rPr sz="115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are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available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in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</a:t>
            </a:r>
            <a:r>
              <a:rPr sz="115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application.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77339"/>
            <a:ext cx="3469004" cy="3606165"/>
            <a:chOff x="640080" y="1577339"/>
            <a:chExt cx="3469004" cy="36061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77339"/>
              <a:ext cx="3468624" cy="3605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399" y="0"/>
                  </a:moveTo>
                  <a:lnTo>
                    <a:pt x="563892" y="0"/>
                  </a:lnTo>
                  <a:lnTo>
                    <a:pt x="515237" y="2069"/>
                  </a:lnTo>
                  <a:lnTo>
                    <a:pt x="467732" y="8166"/>
                  </a:lnTo>
                  <a:lnTo>
                    <a:pt x="421545" y="18121"/>
                  </a:lnTo>
                  <a:lnTo>
                    <a:pt x="376846" y="31764"/>
                  </a:lnTo>
                  <a:lnTo>
                    <a:pt x="333804" y="48926"/>
                  </a:lnTo>
                  <a:lnTo>
                    <a:pt x="292588" y="69437"/>
                  </a:lnTo>
                  <a:lnTo>
                    <a:pt x="253368" y="93129"/>
                  </a:lnTo>
                  <a:lnTo>
                    <a:pt x="216313" y="119833"/>
                  </a:lnTo>
                  <a:lnTo>
                    <a:pt x="181592" y="149378"/>
                  </a:lnTo>
                  <a:lnTo>
                    <a:pt x="149375" y="181595"/>
                  </a:lnTo>
                  <a:lnTo>
                    <a:pt x="119830" y="216316"/>
                  </a:lnTo>
                  <a:lnTo>
                    <a:pt x="93127" y="253371"/>
                  </a:lnTo>
                  <a:lnTo>
                    <a:pt x="69435" y="292590"/>
                  </a:lnTo>
                  <a:lnTo>
                    <a:pt x="48924" y="333804"/>
                  </a:lnTo>
                  <a:lnTo>
                    <a:pt x="31763" y="376845"/>
                  </a:lnTo>
                  <a:lnTo>
                    <a:pt x="18120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0" y="3098897"/>
                  </a:lnTo>
                  <a:lnTo>
                    <a:pt x="31763" y="3143594"/>
                  </a:lnTo>
                  <a:lnTo>
                    <a:pt x="48924" y="3186635"/>
                  </a:lnTo>
                  <a:lnTo>
                    <a:pt x="69435" y="3227849"/>
                  </a:lnTo>
                  <a:lnTo>
                    <a:pt x="93127" y="3267068"/>
                  </a:lnTo>
                  <a:lnTo>
                    <a:pt x="119830" y="3304123"/>
                  </a:lnTo>
                  <a:lnTo>
                    <a:pt x="149375" y="3338844"/>
                  </a:lnTo>
                  <a:lnTo>
                    <a:pt x="181592" y="3371061"/>
                  </a:lnTo>
                  <a:lnTo>
                    <a:pt x="216313" y="3400606"/>
                  </a:lnTo>
                  <a:lnTo>
                    <a:pt x="253368" y="3427310"/>
                  </a:lnTo>
                  <a:lnTo>
                    <a:pt x="292588" y="3451002"/>
                  </a:lnTo>
                  <a:lnTo>
                    <a:pt x="333804" y="3471513"/>
                  </a:lnTo>
                  <a:lnTo>
                    <a:pt x="376846" y="3488675"/>
                  </a:lnTo>
                  <a:lnTo>
                    <a:pt x="421545" y="3502318"/>
                  </a:lnTo>
                  <a:lnTo>
                    <a:pt x="467732" y="3512273"/>
                  </a:lnTo>
                  <a:lnTo>
                    <a:pt x="515237" y="3518370"/>
                  </a:lnTo>
                  <a:lnTo>
                    <a:pt x="563892" y="3520440"/>
                  </a:lnTo>
                  <a:lnTo>
                    <a:pt x="2819399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79" y="2956560"/>
                  </a:lnTo>
                  <a:lnTo>
                    <a:pt x="3383279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0" y="421542"/>
                  </a:lnTo>
                  <a:lnTo>
                    <a:pt x="31763" y="376845"/>
                  </a:lnTo>
                  <a:lnTo>
                    <a:pt x="48924" y="333804"/>
                  </a:lnTo>
                  <a:lnTo>
                    <a:pt x="69435" y="292590"/>
                  </a:lnTo>
                  <a:lnTo>
                    <a:pt x="93127" y="253371"/>
                  </a:lnTo>
                  <a:lnTo>
                    <a:pt x="119830" y="216316"/>
                  </a:lnTo>
                  <a:lnTo>
                    <a:pt x="149375" y="181595"/>
                  </a:lnTo>
                  <a:lnTo>
                    <a:pt x="181592" y="149378"/>
                  </a:lnTo>
                  <a:lnTo>
                    <a:pt x="216313" y="119833"/>
                  </a:lnTo>
                  <a:lnTo>
                    <a:pt x="253368" y="93129"/>
                  </a:lnTo>
                  <a:lnTo>
                    <a:pt x="292588" y="69437"/>
                  </a:lnTo>
                  <a:lnTo>
                    <a:pt x="333804" y="48926"/>
                  </a:lnTo>
                  <a:lnTo>
                    <a:pt x="376846" y="31764"/>
                  </a:lnTo>
                  <a:lnTo>
                    <a:pt x="421545" y="18121"/>
                  </a:lnTo>
                  <a:lnTo>
                    <a:pt x="467732" y="8166"/>
                  </a:lnTo>
                  <a:lnTo>
                    <a:pt x="515237" y="2069"/>
                  </a:lnTo>
                  <a:lnTo>
                    <a:pt x="563892" y="0"/>
                  </a:lnTo>
                  <a:lnTo>
                    <a:pt x="2819399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79" y="563880"/>
                  </a:lnTo>
                  <a:lnTo>
                    <a:pt x="3383279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399" y="3520440"/>
                  </a:lnTo>
                  <a:lnTo>
                    <a:pt x="563892" y="3520440"/>
                  </a:lnTo>
                  <a:lnTo>
                    <a:pt x="515237" y="3518370"/>
                  </a:lnTo>
                  <a:lnTo>
                    <a:pt x="467732" y="3512273"/>
                  </a:lnTo>
                  <a:lnTo>
                    <a:pt x="421545" y="3502318"/>
                  </a:lnTo>
                  <a:lnTo>
                    <a:pt x="376846" y="3488675"/>
                  </a:lnTo>
                  <a:lnTo>
                    <a:pt x="333804" y="3471513"/>
                  </a:lnTo>
                  <a:lnTo>
                    <a:pt x="292588" y="3451002"/>
                  </a:lnTo>
                  <a:lnTo>
                    <a:pt x="253368" y="3427310"/>
                  </a:lnTo>
                  <a:lnTo>
                    <a:pt x="216313" y="3400606"/>
                  </a:lnTo>
                  <a:lnTo>
                    <a:pt x="181592" y="3371061"/>
                  </a:lnTo>
                  <a:lnTo>
                    <a:pt x="149375" y="3338844"/>
                  </a:lnTo>
                  <a:lnTo>
                    <a:pt x="119830" y="3304123"/>
                  </a:lnTo>
                  <a:lnTo>
                    <a:pt x="93127" y="3267068"/>
                  </a:lnTo>
                  <a:lnTo>
                    <a:pt x="69435" y="3227849"/>
                  </a:lnTo>
                  <a:lnTo>
                    <a:pt x="48924" y="3186635"/>
                  </a:lnTo>
                  <a:lnTo>
                    <a:pt x="31763" y="3143594"/>
                  </a:lnTo>
                  <a:lnTo>
                    <a:pt x="18120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897329"/>
              <a:ext cx="1045489" cy="4694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050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19" h="384175">
                  <a:moveTo>
                    <a:pt x="896112" y="0"/>
                  </a:moveTo>
                  <a:lnTo>
                    <a:pt x="64008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19" y="320039"/>
                  </a:lnTo>
                  <a:lnTo>
                    <a:pt x="960119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050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19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19" y="64007"/>
                  </a:lnTo>
                  <a:lnTo>
                    <a:pt x="960119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9933" y="2018284"/>
            <a:ext cx="3810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0" dirty="0">
                <a:solidFill>
                  <a:srgbClr val="F5F8FF"/>
                </a:solidFill>
                <a:latin typeface="Calibri"/>
                <a:cs typeface="Calibri"/>
              </a:rPr>
              <a:t>HOME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860" y="2671318"/>
            <a:ext cx="15074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F5F8FF"/>
                </a:solidFill>
                <a:latin typeface="Calibri"/>
                <a:cs typeface="Calibri"/>
              </a:rPr>
              <a:t>HOME</a:t>
            </a:r>
            <a:r>
              <a:rPr sz="17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5F8FF"/>
                </a:solidFill>
                <a:latin typeface="Calibri"/>
                <a:cs typeface="Calibri"/>
              </a:rPr>
              <a:t>INTERIOR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860" y="3405886"/>
            <a:ext cx="23907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Furniture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Lighting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Fans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Dining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8860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4169FF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4169FF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4169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169FF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89120" y="1577339"/>
            <a:ext cx="3469004" cy="3606165"/>
            <a:chOff x="4389120" y="1577339"/>
            <a:chExt cx="3469004" cy="36061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9120" y="1577339"/>
              <a:ext cx="3468624" cy="36057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3522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400" y="0"/>
                  </a:moveTo>
                  <a:lnTo>
                    <a:pt x="563879" y="0"/>
                  </a:lnTo>
                  <a:lnTo>
                    <a:pt x="515228" y="2069"/>
                  </a:lnTo>
                  <a:lnTo>
                    <a:pt x="467726" y="8166"/>
                  </a:lnTo>
                  <a:lnTo>
                    <a:pt x="421542" y="18121"/>
                  </a:lnTo>
                  <a:lnTo>
                    <a:pt x="376845" y="31764"/>
                  </a:lnTo>
                  <a:lnTo>
                    <a:pt x="333804" y="48926"/>
                  </a:lnTo>
                  <a:lnTo>
                    <a:pt x="292590" y="69437"/>
                  </a:lnTo>
                  <a:lnTo>
                    <a:pt x="253371" y="93129"/>
                  </a:lnTo>
                  <a:lnTo>
                    <a:pt x="216316" y="119833"/>
                  </a:lnTo>
                  <a:lnTo>
                    <a:pt x="181595" y="149378"/>
                  </a:lnTo>
                  <a:lnTo>
                    <a:pt x="149378" y="181595"/>
                  </a:lnTo>
                  <a:lnTo>
                    <a:pt x="119833" y="216316"/>
                  </a:lnTo>
                  <a:lnTo>
                    <a:pt x="93129" y="253371"/>
                  </a:lnTo>
                  <a:lnTo>
                    <a:pt x="69437" y="292590"/>
                  </a:lnTo>
                  <a:lnTo>
                    <a:pt x="48926" y="333804"/>
                  </a:lnTo>
                  <a:lnTo>
                    <a:pt x="31764" y="376845"/>
                  </a:lnTo>
                  <a:lnTo>
                    <a:pt x="18121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1" y="3098897"/>
                  </a:lnTo>
                  <a:lnTo>
                    <a:pt x="31764" y="3143594"/>
                  </a:lnTo>
                  <a:lnTo>
                    <a:pt x="48926" y="3186635"/>
                  </a:lnTo>
                  <a:lnTo>
                    <a:pt x="69437" y="3227849"/>
                  </a:lnTo>
                  <a:lnTo>
                    <a:pt x="93129" y="3267068"/>
                  </a:lnTo>
                  <a:lnTo>
                    <a:pt x="119833" y="3304123"/>
                  </a:lnTo>
                  <a:lnTo>
                    <a:pt x="149378" y="3338844"/>
                  </a:lnTo>
                  <a:lnTo>
                    <a:pt x="181595" y="3371061"/>
                  </a:lnTo>
                  <a:lnTo>
                    <a:pt x="216316" y="3400606"/>
                  </a:lnTo>
                  <a:lnTo>
                    <a:pt x="253371" y="3427310"/>
                  </a:lnTo>
                  <a:lnTo>
                    <a:pt x="292590" y="3451002"/>
                  </a:lnTo>
                  <a:lnTo>
                    <a:pt x="333804" y="3471513"/>
                  </a:lnTo>
                  <a:lnTo>
                    <a:pt x="376845" y="3488675"/>
                  </a:lnTo>
                  <a:lnTo>
                    <a:pt x="421542" y="3502318"/>
                  </a:lnTo>
                  <a:lnTo>
                    <a:pt x="467726" y="3512273"/>
                  </a:lnTo>
                  <a:lnTo>
                    <a:pt x="515228" y="3518370"/>
                  </a:lnTo>
                  <a:lnTo>
                    <a:pt x="563879" y="3520440"/>
                  </a:lnTo>
                  <a:lnTo>
                    <a:pt x="2819400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79" y="2956560"/>
                  </a:lnTo>
                  <a:lnTo>
                    <a:pt x="3383279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3522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1" y="421542"/>
                  </a:lnTo>
                  <a:lnTo>
                    <a:pt x="31764" y="376845"/>
                  </a:lnTo>
                  <a:lnTo>
                    <a:pt x="48926" y="333804"/>
                  </a:lnTo>
                  <a:lnTo>
                    <a:pt x="69437" y="292590"/>
                  </a:lnTo>
                  <a:lnTo>
                    <a:pt x="93129" y="253371"/>
                  </a:lnTo>
                  <a:lnTo>
                    <a:pt x="119833" y="216316"/>
                  </a:lnTo>
                  <a:lnTo>
                    <a:pt x="149378" y="181595"/>
                  </a:lnTo>
                  <a:lnTo>
                    <a:pt x="181595" y="149378"/>
                  </a:lnTo>
                  <a:lnTo>
                    <a:pt x="216316" y="119833"/>
                  </a:lnTo>
                  <a:lnTo>
                    <a:pt x="253371" y="93129"/>
                  </a:lnTo>
                  <a:lnTo>
                    <a:pt x="292590" y="69437"/>
                  </a:lnTo>
                  <a:lnTo>
                    <a:pt x="333804" y="48926"/>
                  </a:lnTo>
                  <a:lnTo>
                    <a:pt x="376845" y="31764"/>
                  </a:lnTo>
                  <a:lnTo>
                    <a:pt x="421542" y="18121"/>
                  </a:lnTo>
                  <a:lnTo>
                    <a:pt x="467726" y="8166"/>
                  </a:lnTo>
                  <a:lnTo>
                    <a:pt x="515228" y="2069"/>
                  </a:lnTo>
                  <a:lnTo>
                    <a:pt x="563879" y="0"/>
                  </a:lnTo>
                  <a:lnTo>
                    <a:pt x="2819400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79" y="563880"/>
                  </a:lnTo>
                  <a:lnTo>
                    <a:pt x="3383279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400" y="3520440"/>
                  </a:lnTo>
                  <a:lnTo>
                    <a:pt x="563879" y="3520440"/>
                  </a:lnTo>
                  <a:lnTo>
                    <a:pt x="515228" y="3518370"/>
                  </a:lnTo>
                  <a:lnTo>
                    <a:pt x="467726" y="3512273"/>
                  </a:lnTo>
                  <a:lnTo>
                    <a:pt x="421542" y="3502318"/>
                  </a:lnTo>
                  <a:lnTo>
                    <a:pt x="376845" y="3488675"/>
                  </a:lnTo>
                  <a:lnTo>
                    <a:pt x="333804" y="3471513"/>
                  </a:lnTo>
                  <a:lnTo>
                    <a:pt x="292590" y="3451002"/>
                  </a:lnTo>
                  <a:lnTo>
                    <a:pt x="253371" y="3427310"/>
                  </a:lnTo>
                  <a:lnTo>
                    <a:pt x="216316" y="3400606"/>
                  </a:lnTo>
                  <a:lnTo>
                    <a:pt x="181595" y="3371061"/>
                  </a:lnTo>
                  <a:lnTo>
                    <a:pt x="149378" y="3338844"/>
                  </a:lnTo>
                  <a:lnTo>
                    <a:pt x="119833" y="3304123"/>
                  </a:lnTo>
                  <a:lnTo>
                    <a:pt x="93129" y="3267068"/>
                  </a:lnTo>
                  <a:lnTo>
                    <a:pt x="69437" y="3227849"/>
                  </a:lnTo>
                  <a:lnTo>
                    <a:pt x="48926" y="3186635"/>
                  </a:lnTo>
                  <a:lnTo>
                    <a:pt x="31764" y="3143594"/>
                  </a:lnTo>
                  <a:lnTo>
                    <a:pt x="18121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3440" y="1897329"/>
              <a:ext cx="1045489" cy="4694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54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89611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20" y="320039"/>
                  </a:lnTo>
                  <a:lnTo>
                    <a:pt x="960120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0954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20" y="64007"/>
                  </a:lnTo>
                  <a:lnTo>
                    <a:pt x="960120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5671" y="2018284"/>
            <a:ext cx="3879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PARTY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88153" y="2671318"/>
            <a:ext cx="59436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" dirty="0">
                <a:solidFill>
                  <a:srgbClr val="F5F8FF"/>
                </a:solidFill>
                <a:latin typeface="Calibri"/>
                <a:cs typeface="Calibri"/>
              </a:rPr>
              <a:t>PARTY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88153" y="3405886"/>
            <a:ext cx="19634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Venue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Food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Decoration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Entertainment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8153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954AFF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954AFF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954AFF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38159" y="1577339"/>
            <a:ext cx="3469004" cy="3606165"/>
            <a:chOff x="8138159" y="1577339"/>
            <a:chExt cx="3469004" cy="360616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8159" y="1577339"/>
              <a:ext cx="3468624" cy="36057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84260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400" y="0"/>
                  </a:moveTo>
                  <a:lnTo>
                    <a:pt x="563880" y="0"/>
                  </a:lnTo>
                  <a:lnTo>
                    <a:pt x="515228" y="2069"/>
                  </a:lnTo>
                  <a:lnTo>
                    <a:pt x="467726" y="8166"/>
                  </a:lnTo>
                  <a:lnTo>
                    <a:pt x="421542" y="18121"/>
                  </a:lnTo>
                  <a:lnTo>
                    <a:pt x="376845" y="31764"/>
                  </a:lnTo>
                  <a:lnTo>
                    <a:pt x="333804" y="48926"/>
                  </a:lnTo>
                  <a:lnTo>
                    <a:pt x="292590" y="69437"/>
                  </a:lnTo>
                  <a:lnTo>
                    <a:pt x="253371" y="93129"/>
                  </a:lnTo>
                  <a:lnTo>
                    <a:pt x="216316" y="119833"/>
                  </a:lnTo>
                  <a:lnTo>
                    <a:pt x="181595" y="149378"/>
                  </a:lnTo>
                  <a:lnTo>
                    <a:pt x="149378" y="181595"/>
                  </a:lnTo>
                  <a:lnTo>
                    <a:pt x="119833" y="216316"/>
                  </a:lnTo>
                  <a:lnTo>
                    <a:pt x="93129" y="253371"/>
                  </a:lnTo>
                  <a:lnTo>
                    <a:pt x="69437" y="292590"/>
                  </a:lnTo>
                  <a:lnTo>
                    <a:pt x="48926" y="333804"/>
                  </a:lnTo>
                  <a:lnTo>
                    <a:pt x="31764" y="376845"/>
                  </a:lnTo>
                  <a:lnTo>
                    <a:pt x="18121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1" y="3098897"/>
                  </a:lnTo>
                  <a:lnTo>
                    <a:pt x="31764" y="3143594"/>
                  </a:lnTo>
                  <a:lnTo>
                    <a:pt x="48926" y="3186635"/>
                  </a:lnTo>
                  <a:lnTo>
                    <a:pt x="69437" y="3227849"/>
                  </a:lnTo>
                  <a:lnTo>
                    <a:pt x="93129" y="3267068"/>
                  </a:lnTo>
                  <a:lnTo>
                    <a:pt x="119833" y="3304123"/>
                  </a:lnTo>
                  <a:lnTo>
                    <a:pt x="149378" y="3338844"/>
                  </a:lnTo>
                  <a:lnTo>
                    <a:pt x="181595" y="3371061"/>
                  </a:lnTo>
                  <a:lnTo>
                    <a:pt x="216316" y="3400606"/>
                  </a:lnTo>
                  <a:lnTo>
                    <a:pt x="253371" y="3427310"/>
                  </a:lnTo>
                  <a:lnTo>
                    <a:pt x="292590" y="3451002"/>
                  </a:lnTo>
                  <a:lnTo>
                    <a:pt x="333804" y="3471513"/>
                  </a:lnTo>
                  <a:lnTo>
                    <a:pt x="376845" y="3488675"/>
                  </a:lnTo>
                  <a:lnTo>
                    <a:pt x="421542" y="3502318"/>
                  </a:lnTo>
                  <a:lnTo>
                    <a:pt x="467726" y="3512273"/>
                  </a:lnTo>
                  <a:lnTo>
                    <a:pt x="515228" y="3518370"/>
                  </a:lnTo>
                  <a:lnTo>
                    <a:pt x="563880" y="3520440"/>
                  </a:lnTo>
                  <a:lnTo>
                    <a:pt x="2819400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80" y="2956560"/>
                  </a:lnTo>
                  <a:lnTo>
                    <a:pt x="3383280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84260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1" y="421542"/>
                  </a:lnTo>
                  <a:lnTo>
                    <a:pt x="31764" y="376845"/>
                  </a:lnTo>
                  <a:lnTo>
                    <a:pt x="48926" y="333804"/>
                  </a:lnTo>
                  <a:lnTo>
                    <a:pt x="69437" y="292590"/>
                  </a:lnTo>
                  <a:lnTo>
                    <a:pt x="93129" y="253371"/>
                  </a:lnTo>
                  <a:lnTo>
                    <a:pt x="119833" y="216316"/>
                  </a:lnTo>
                  <a:lnTo>
                    <a:pt x="149378" y="181595"/>
                  </a:lnTo>
                  <a:lnTo>
                    <a:pt x="181595" y="149378"/>
                  </a:lnTo>
                  <a:lnTo>
                    <a:pt x="216316" y="119833"/>
                  </a:lnTo>
                  <a:lnTo>
                    <a:pt x="253371" y="93129"/>
                  </a:lnTo>
                  <a:lnTo>
                    <a:pt x="292590" y="69437"/>
                  </a:lnTo>
                  <a:lnTo>
                    <a:pt x="333804" y="48926"/>
                  </a:lnTo>
                  <a:lnTo>
                    <a:pt x="376845" y="31764"/>
                  </a:lnTo>
                  <a:lnTo>
                    <a:pt x="421542" y="18121"/>
                  </a:lnTo>
                  <a:lnTo>
                    <a:pt x="467726" y="8166"/>
                  </a:lnTo>
                  <a:lnTo>
                    <a:pt x="515228" y="2069"/>
                  </a:lnTo>
                  <a:lnTo>
                    <a:pt x="563880" y="0"/>
                  </a:lnTo>
                  <a:lnTo>
                    <a:pt x="2819400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80" y="563880"/>
                  </a:lnTo>
                  <a:lnTo>
                    <a:pt x="3383280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400" y="3520440"/>
                  </a:lnTo>
                  <a:lnTo>
                    <a:pt x="563880" y="3520440"/>
                  </a:lnTo>
                  <a:lnTo>
                    <a:pt x="515228" y="3518370"/>
                  </a:lnTo>
                  <a:lnTo>
                    <a:pt x="467726" y="3512273"/>
                  </a:lnTo>
                  <a:lnTo>
                    <a:pt x="421542" y="3502318"/>
                  </a:lnTo>
                  <a:lnTo>
                    <a:pt x="376845" y="3488675"/>
                  </a:lnTo>
                  <a:lnTo>
                    <a:pt x="333804" y="3471513"/>
                  </a:lnTo>
                  <a:lnTo>
                    <a:pt x="292590" y="3451002"/>
                  </a:lnTo>
                  <a:lnTo>
                    <a:pt x="253371" y="3427310"/>
                  </a:lnTo>
                  <a:lnTo>
                    <a:pt x="216316" y="3400606"/>
                  </a:lnTo>
                  <a:lnTo>
                    <a:pt x="181595" y="3371061"/>
                  </a:lnTo>
                  <a:lnTo>
                    <a:pt x="149378" y="3338844"/>
                  </a:lnTo>
                  <a:lnTo>
                    <a:pt x="119833" y="3304123"/>
                  </a:lnTo>
                  <a:lnTo>
                    <a:pt x="93129" y="3267068"/>
                  </a:lnTo>
                  <a:lnTo>
                    <a:pt x="69437" y="3227849"/>
                  </a:lnTo>
                  <a:lnTo>
                    <a:pt x="48926" y="3186635"/>
                  </a:lnTo>
                  <a:lnTo>
                    <a:pt x="31764" y="3143594"/>
                  </a:lnTo>
                  <a:lnTo>
                    <a:pt x="18121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79" y="1897329"/>
              <a:ext cx="1045489" cy="46944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58580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89611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20" y="320039"/>
                  </a:lnTo>
                  <a:lnTo>
                    <a:pt x="960120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28D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58580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20" y="64007"/>
                  </a:lnTo>
                  <a:lnTo>
                    <a:pt x="960120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677909" y="2018284"/>
            <a:ext cx="5219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JEWELRY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4</a:t>
            </a:fld>
            <a:r>
              <a:rPr spc="-20" dirty="0"/>
              <a:t>/10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537447" y="2671318"/>
            <a:ext cx="82359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F5F8FF"/>
                </a:solidFill>
                <a:latin typeface="Calibri"/>
                <a:cs typeface="Calibri"/>
              </a:rPr>
              <a:t>JEWELRY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37447" y="3405886"/>
            <a:ext cx="24822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Occasion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Outfit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Jewelry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37447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28D691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28D691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8D691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spc="-10" dirty="0"/>
              <a:t>WORKS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17881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clean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end-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to-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end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workflow.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1851660"/>
            <a:ext cx="2051685" cy="2417445"/>
            <a:chOff x="457200" y="1851660"/>
            <a:chExt cx="2051685" cy="2417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851660"/>
              <a:ext cx="2051304" cy="24170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330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1638300" y="0"/>
                  </a:moveTo>
                  <a:lnTo>
                    <a:pt x="327672" y="0"/>
                  </a:lnTo>
                  <a:lnTo>
                    <a:pt x="279250" y="3552"/>
                  </a:lnTo>
                  <a:lnTo>
                    <a:pt x="233034" y="13871"/>
                  </a:lnTo>
                  <a:lnTo>
                    <a:pt x="189531" y="30451"/>
                  </a:lnTo>
                  <a:lnTo>
                    <a:pt x="149248" y="52784"/>
                  </a:lnTo>
                  <a:lnTo>
                    <a:pt x="112692" y="80364"/>
                  </a:lnTo>
                  <a:lnTo>
                    <a:pt x="80370" y="112685"/>
                  </a:lnTo>
                  <a:lnTo>
                    <a:pt x="52788" y="149239"/>
                  </a:lnTo>
                  <a:lnTo>
                    <a:pt x="30453" y="189521"/>
                  </a:lnTo>
                  <a:lnTo>
                    <a:pt x="13872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2" y="2098697"/>
                  </a:lnTo>
                  <a:lnTo>
                    <a:pt x="30453" y="2142198"/>
                  </a:lnTo>
                  <a:lnTo>
                    <a:pt x="52788" y="2182480"/>
                  </a:lnTo>
                  <a:lnTo>
                    <a:pt x="80370" y="2219034"/>
                  </a:lnTo>
                  <a:lnTo>
                    <a:pt x="112692" y="2251355"/>
                  </a:lnTo>
                  <a:lnTo>
                    <a:pt x="149248" y="2278935"/>
                  </a:lnTo>
                  <a:lnTo>
                    <a:pt x="189531" y="2301268"/>
                  </a:lnTo>
                  <a:lnTo>
                    <a:pt x="233034" y="2317848"/>
                  </a:lnTo>
                  <a:lnTo>
                    <a:pt x="279250" y="2328167"/>
                  </a:lnTo>
                  <a:lnTo>
                    <a:pt x="327672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30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2" y="233022"/>
                  </a:lnTo>
                  <a:lnTo>
                    <a:pt x="30453" y="189521"/>
                  </a:lnTo>
                  <a:lnTo>
                    <a:pt x="52788" y="149239"/>
                  </a:lnTo>
                  <a:lnTo>
                    <a:pt x="80370" y="112685"/>
                  </a:lnTo>
                  <a:lnTo>
                    <a:pt x="112692" y="80364"/>
                  </a:lnTo>
                  <a:lnTo>
                    <a:pt x="149248" y="52784"/>
                  </a:lnTo>
                  <a:lnTo>
                    <a:pt x="189531" y="30451"/>
                  </a:lnTo>
                  <a:lnTo>
                    <a:pt x="233034" y="13871"/>
                  </a:lnTo>
                  <a:lnTo>
                    <a:pt x="279250" y="3552"/>
                  </a:lnTo>
                  <a:lnTo>
                    <a:pt x="327672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72" y="2331720"/>
                  </a:lnTo>
                  <a:lnTo>
                    <a:pt x="279250" y="2328167"/>
                  </a:lnTo>
                  <a:lnTo>
                    <a:pt x="233034" y="2317848"/>
                  </a:lnTo>
                  <a:lnTo>
                    <a:pt x="189531" y="2301268"/>
                  </a:lnTo>
                  <a:lnTo>
                    <a:pt x="149248" y="2278935"/>
                  </a:lnTo>
                  <a:lnTo>
                    <a:pt x="112692" y="2251355"/>
                  </a:lnTo>
                  <a:lnTo>
                    <a:pt x="80370" y="2219034"/>
                  </a:lnTo>
                  <a:lnTo>
                    <a:pt x="52788" y="2182480"/>
                  </a:lnTo>
                  <a:lnTo>
                    <a:pt x="30453" y="2142198"/>
                  </a:lnTo>
                  <a:lnTo>
                    <a:pt x="13872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8819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682" y="2764282"/>
            <a:ext cx="4400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5F8FF"/>
                </a:solidFill>
                <a:latin typeface="Calibri"/>
                <a:cs typeface="Calibri"/>
              </a:rPr>
              <a:t>USER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8577" y="3362451"/>
            <a:ext cx="8343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Select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 planner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8664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88920" y="1851660"/>
            <a:ext cx="2051685" cy="2417445"/>
            <a:chOff x="2788920" y="1851660"/>
            <a:chExt cx="2051685" cy="24174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8920" y="1851660"/>
              <a:ext cx="2051304" cy="24170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3502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59" y="2004060"/>
                  </a:lnTo>
                  <a:lnTo>
                    <a:pt x="1965959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3502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59" y="327660"/>
                  </a:lnTo>
                  <a:lnTo>
                    <a:pt x="1965959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50794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4169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6253" y="2764282"/>
            <a:ext cx="521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5F8FF"/>
                </a:solidFill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99383" y="3362451"/>
            <a:ext cx="12376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Enter</a:t>
            </a:r>
            <a:r>
              <a:rPr sz="110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+</a:t>
            </a:r>
            <a:r>
              <a:rPr sz="110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needs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0384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20640" y="1851660"/>
            <a:ext cx="2051685" cy="2417445"/>
            <a:chOff x="5120640" y="1851660"/>
            <a:chExt cx="2051685" cy="241744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40" y="1851660"/>
              <a:ext cx="2051304" cy="241706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16674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674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82767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23458" y="2764282"/>
            <a:ext cx="653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F5F8FF"/>
                </a:solidFill>
                <a:latin typeface="Calibri"/>
                <a:cs typeface="Calibri"/>
              </a:rPr>
              <a:t>FASTAPI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88076" y="3362451"/>
            <a:ext cx="92201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Process</a:t>
            </a:r>
            <a:r>
              <a:rPr sz="1100" spc="-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request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82357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52359" y="1851660"/>
            <a:ext cx="2051685" cy="2417445"/>
            <a:chOff x="7452359" y="1851660"/>
            <a:chExt cx="2051685" cy="241744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2359" y="1851660"/>
              <a:ext cx="2051303" cy="24170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498460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98460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14488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85556" y="2764282"/>
            <a:ext cx="1911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55457" y="3362451"/>
            <a:ext cx="1252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Generate</a:t>
            </a:r>
            <a:r>
              <a:rPr sz="11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suggestions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14331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784080" y="1851660"/>
            <a:ext cx="2051685" cy="2417445"/>
            <a:chOff x="9784080" y="1851660"/>
            <a:chExt cx="2051685" cy="241744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80" y="1851660"/>
              <a:ext cx="2051303" cy="241706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83018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83018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046461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8D691"/>
                </a:solidFill>
                <a:latin typeface="Calibri"/>
                <a:cs typeface="Calibri"/>
              </a:rPr>
              <a:t>05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513059" y="2764282"/>
            <a:ext cx="600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5F8FF"/>
                </a:solidFill>
                <a:latin typeface="Calibri"/>
                <a:cs typeface="Calibri"/>
              </a:rPr>
              <a:t>RESULT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291571" y="3362451"/>
            <a:ext cx="10433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Plan</a:t>
            </a:r>
            <a:r>
              <a:rPr sz="11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+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breakdown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657600" y="4960569"/>
            <a:ext cx="4886325" cy="469900"/>
            <a:chOff x="3657600" y="4960569"/>
            <a:chExt cx="4886325" cy="469900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4960569"/>
              <a:ext cx="4885944" cy="46944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03701" y="4983861"/>
              <a:ext cx="4800600" cy="384175"/>
            </a:xfrm>
            <a:custGeom>
              <a:avLst/>
              <a:gdLst/>
              <a:ahLst/>
              <a:cxnLst/>
              <a:rect l="l" t="t" r="r" b="b"/>
              <a:pathLst>
                <a:path w="4800600" h="384175">
                  <a:moveTo>
                    <a:pt x="47365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7"/>
                  </a:lnTo>
                  <a:lnTo>
                    <a:pt x="4736592" y="384047"/>
                  </a:lnTo>
                  <a:lnTo>
                    <a:pt x="4761487" y="379011"/>
                  </a:lnTo>
                  <a:lnTo>
                    <a:pt x="4781835" y="365283"/>
                  </a:lnTo>
                  <a:lnTo>
                    <a:pt x="4795563" y="344935"/>
                  </a:lnTo>
                  <a:lnTo>
                    <a:pt x="4800600" y="320039"/>
                  </a:lnTo>
                  <a:lnTo>
                    <a:pt x="4800600" y="64007"/>
                  </a:lnTo>
                  <a:lnTo>
                    <a:pt x="4795563" y="39112"/>
                  </a:lnTo>
                  <a:lnTo>
                    <a:pt x="4781835" y="18764"/>
                  </a:lnTo>
                  <a:lnTo>
                    <a:pt x="4761487" y="5036"/>
                  </a:lnTo>
                  <a:lnTo>
                    <a:pt x="4736592" y="0"/>
                  </a:lnTo>
                  <a:close/>
                </a:path>
              </a:pathLst>
            </a:custGeom>
            <a:solidFill>
              <a:srgbClr val="22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03701" y="4983861"/>
              <a:ext cx="4800600" cy="384175"/>
            </a:xfrm>
            <a:custGeom>
              <a:avLst/>
              <a:gdLst/>
              <a:ahLst/>
              <a:cxnLst/>
              <a:rect l="l" t="t" r="r" b="b"/>
              <a:pathLst>
                <a:path w="480060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4736592" y="0"/>
                  </a:lnTo>
                  <a:lnTo>
                    <a:pt x="4761487" y="5036"/>
                  </a:lnTo>
                  <a:lnTo>
                    <a:pt x="4781835" y="18764"/>
                  </a:lnTo>
                  <a:lnTo>
                    <a:pt x="4795563" y="39112"/>
                  </a:lnTo>
                  <a:lnTo>
                    <a:pt x="4800600" y="64007"/>
                  </a:lnTo>
                  <a:lnTo>
                    <a:pt x="4800600" y="320039"/>
                  </a:lnTo>
                  <a:lnTo>
                    <a:pt x="4795563" y="344935"/>
                  </a:lnTo>
                  <a:lnTo>
                    <a:pt x="4781835" y="365283"/>
                  </a:lnTo>
                  <a:lnTo>
                    <a:pt x="4761487" y="379011"/>
                  </a:lnTo>
                  <a:lnTo>
                    <a:pt x="4736592" y="384047"/>
                  </a:lnTo>
                  <a:lnTo>
                    <a:pt x="64008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2C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921758" y="5081778"/>
            <a:ext cx="23641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INPUT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PROCESS</a:t>
            </a:r>
            <a:r>
              <a:rPr sz="10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05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5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1739" y="266953"/>
            <a:ext cx="2927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  <a:r>
              <a:rPr spc="-95" dirty="0"/>
              <a:t> </a:t>
            </a:r>
            <a:r>
              <a:rPr spc="-35" dirty="0"/>
              <a:t>STACK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8969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project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uses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modular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Python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web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stack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AI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integration.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31619"/>
            <a:ext cx="3514725" cy="1503045"/>
            <a:chOff x="640080" y="1531619"/>
            <a:chExt cx="3514725" cy="15030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31619"/>
              <a:ext cx="3514344" cy="15026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19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19" y="1417319"/>
                  </a:lnTo>
                  <a:lnTo>
                    <a:pt x="3192780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19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19"/>
                  </a:lnTo>
                  <a:lnTo>
                    <a:pt x="236219" y="1417319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5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3139" y="1805686"/>
            <a:ext cx="7893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2CDFF"/>
                </a:solidFill>
                <a:latin typeface="Calibri"/>
                <a:cs typeface="Calibri"/>
              </a:rPr>
              <a:t>FRONTEND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139" y="2263648"/>
            <a:ext cx="16033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HTML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CSS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JavaScript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34840" y="1531619"/>
            <a:ext cx="3514725" cy="1503045"/>
            <a:chOff x="4434840" y="1531619"/>
            <a:chExt cx="3514725" cy="15030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1531619"/>
              <a:ext cx="3514344" cy="150266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8094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19"/>
                  </a:lnTo>
                  <a:lnTo>
                    <a:pt x="3192780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094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19"/>
                  </a:lnTo>
                  <a:lnTo>
                    <a:pt x="236220" y="1417319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88153" y="1805686"/>
            <a:ext cx="6870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169FF"/>
                </a:solidFill>
                <a:latin typeface="Calibri"/>
                <a:cs typeface="Calibri"/>
              </a:rPr>
              <a:t>BACKEND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8153" y="2263648"/>
            <a:ext cx="1799589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Python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FastAPI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Uvicorn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29600" y="1531619"/>
            <a:ext cx="3514725" cy="1503045"/>
            <a:chOff x="8229600" y="1531619"/>
            <a:chExt cx="3514725" cy="15030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1531619"/>
              <a:ext cx="3514344" cy="150266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7570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79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19"/>
                  </a:lnTo>
                  <a:lnTo>
                    <a:pt x="3192779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7570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79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79" y="1417319"/>
                  </a:lnTo>
                  <a:lnTo>
                    <a:pt x="236220" y="1417319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5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83168" y="1805686"/>
            <a:ext cx="7327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28D691"/>
                </a:solidFill>
                <a:latin typeface="Calibri"/>
                <a:cs typeface="Calibri"/>
              </a:rPr>
              <a:t>DATABASE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3168" y="2263648"/>
            <a:ext cx="141922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SQLite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SQLAlchemy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080" y="3406140"/>
            <a:ext cx="3514725" cy="1503045"/>
            <a:chOff x="640080" y="3406140"/>
            <a:chExt cx="3514725" cy="150304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3406140"/>
              <a:ext cx="3514344" cy="15026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618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19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19" y="1417320"/>
                  </a:lnTo>
                  <a:lnTo>
                    <a:pt x="3192780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618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19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20"/>
                  </a:lnTo>
                  <a:lnTo>
                    <a:pt x="236219" y="1417320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93139" y="3680205"/>
            <a:ext cx="1708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3139" y="4138421"/>
            <a:ext cx="12623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Google</a:t>
            </a:r>
            <a:r>
              <a:rPr sz="125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Gemini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25" dirty="0">
                <a:solidFill>
                  <a:srgbClr val="F5F8FF"/>
                </a:solidFill>
                <a:latin typeface="Calibri"/>
                <a:cs typeface="Calibri"/>
              </a:rPr>
              <a:t>API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34840" y="3406140"/>
            <a:ext cx="3514725" cy="1503045"/>
            <a:chOff x="4434840" y="3406140"/>
            <a:chExt cx="3514725" cy="150304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3406140"/>
              <a:ext cx="3514344" cy="15026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8094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192780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094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88153" y="3680205"/>
            <a:ext cx="8172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D41"/>
                </a:solidFill>
                <a:latin typeface="Calibri"/>
                <a:cs typeface="Calibri"/>
              </a:rPr>
              <a:t>TEMPLATES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88153" y="4138421"/>
            <a:ext cx="4013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Jinja2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29600" y="3406140"/>
            <a:ext cx="3514725" cy="1503045"/>
            <a:chOff x="8229600" y="3406140"/>
            <a:chExt cx="3514725" cy="150304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3406140"/>
              <a:ext cx="3514344" cy="15026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7570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79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192779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7570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79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79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83168" y="3680205"/>
            <a:ext cx="10096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TESTING</a:t>
            </a:r>
            <a:r>
              <a:rPr sz="1300" b="1" spc="-4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/</a:t>
            </a:r>
            <a:r>
              <a:rPr sz="1300" b="1" spc="-2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VCS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83168" y="4138421"/>
            <a:ext cx="140335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Pytest</a:t>
            </a:r>
            <a:r>
              <a:rPr sz="12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Git 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GitHub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06039" y="5509259"/>
            <a:ext cx="6989445" cy="469900"/>
            <a:chOff x="2606039" y="5509259"/>
            <a:chExt cx="6989445" cy="46990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6039" y="5509259"/>
              <a:ext cx="6989063" cy="46944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652140" y="5532500"/>
              <a:ext cx="6903720" cy="384175"/>
            </a:xfrm>
            <a:custGeom>
              <a:avLst/>
              <a:gdLst/>
              <a:ahLst/>
              <a:cxnLst/>
              <a:rect l="l" t="t" r="r" b="b"/>
              <a:pathLst>
                <a:path w="6903720" h="384175">
                  <a:moveTo>
                    <a:pt x="683971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36" y="344952"/>
                  </a:lnTo>
                  <a:lnTo>
                    <a:pt x="18764" y="365298"/>
                  </a:lnTo>
                  <a:lnTo>
                    <a:pt x="39112" y="379017"/>
                  </a:lnTo>
                  <a:lnTo>
                    <a:pt x="64007" y="384048"/>
                  </a:lnTo>
                  <a:lnTo>
                    <a:pt x="6839711" y="384048"/>
                  </a:lnTo>
                  <a:lnTo>
                    <a:pt x="6864607" y="379017"/>
                  </a:lnTo>
                  <a:lnTo>
                    <a:pt x="6884955" y="365298"/>
                  </a:lnTo>
                  <a:lnTo>
                    <a:pt x="6898683" y="344952"/>
                  </a:lnTo>
                  <a:lnTo>
                    <a:pt x="6903719" y="320040"/>
                  </a:lnTo>
                  <a:lnTo>
                    <a:pt x="6903719" y="64008"/>
                  </a:lnTo>
                  <a:lnTo>
                    <a:pt x="6898683" y="39112"/>
                  </a:lnTo>
                  <a:lnTo>
                    <a:pt x="6884955" y="18764"/>
                  </a:lnTo>
                  <a:lnTo>
                    <a:pt x="6864607" y="5036"/>
                  </a:lnTo>
                  <a:lnTo>
                    <a:pt x="6839711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52140" y="5532500"/>
              <a:ext cx="6903720" cy="384175"/>
            </a:xfrm>
            <a:custGeom>
              <a:avLst/>
              <a:gdLst/>
              <a:ahLst/>
              <a:cxnLst/>
              <a:rect l="l" t="t" r="r" b="b"/>
              <a:pathLst>
                <a:path w="6903720" h="384175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6839711" y="0"/>
                  </a:lnTo>
                  <a:lnTo>
                    <a:pt x="6864607" y="5036"/>
                  </a:lnTo>
                  <a:lnTo>
                    <a:pt x="6884955" y="18764"/>
                  </a:lnTo>
                  <a:lnTo>
                    <a:pt x="6898683" y="39112"/>
                  </a:lnTo>
                  <a:lnTo>
                    <a:pt x="6903719" y="64008"/>
                  </a:lnTo>
                  <a:lnTo>
                    <a:pt x="6903719" y="320040"/>
                  </a:lnTo>
                  <a:lnTo>
                    <a:pt x="6898683" y="344952"/>
                  </a:lnTo>
                  <a:lnTo>
                    <a:pt x="6884955" y="365298"/>
                  </a:lnTo>
                  <a:lnTo>
                    <a:pt x="6864607" y="379017"/>
                  </a:lnTo>
                  <a:lnTo>
                    <a:pt x="6839711" y="384048"/>
                  </a:lnTo>
                  <a:lnTo>
                    <a:pt x="64007" y="384048"/>
                  </a:lnTo>
                  <a:lnTo>
                    <a:pt x="39112" y="379017"/>
                  </a:lnTo>
                  <a:lnTo>
                    <a:pt x="18764" y="365298"/>
                  </a:lnTo>
                  <a:lnTo>
                    <a:pt x="5036" y="344952"/>
                  </a:lnTo>
                  <a:lnTo>
                    <a:pt x="0" y="320040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513071" y="5630417"/>
            <a:ext cx="31826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LIGHTWEIGHT</a:t>
            </a:r>
            <a:r>
              <a:rPr sz="10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MODULAR 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MAINTAINABLE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AI-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READY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6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07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1583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Each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layer has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clear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responsibility.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0" y="1394421"/>
            <a:ext cx="7583805" cy="744220"/>
            <a:chOff x="2286000" y="1394421"/>
            <a:chExt cx="7583805" cy="7442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1394421"/>
              <a:ext cx="7583424" cy="7437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2101" y="14177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39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39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32101" y="14177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39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39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22C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39314" y="1550415"/>
            <a:ext cx="1004569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USER</a:t>
            </a:r>
            <a:r>
              <a:rPr sz="1250" b="1" spc="-1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/</a:t>
            </a:r>
            <a:r>
              <a:rPr sz="1250" b="1" spc="-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WEB </a:t>
            </a:r>
            <a:r>
              <a:rPr sz="1250" b="1" spc="-25" dirty="0">
                <a:solidFill>
                  <a:srgbClr val="22CDFF"/>
                </a:solidFill>
                <a:latin typeface="Calibri"/>
                <a:cs typeface="Calibri"/>
              </a:rPr>
              <a:t>UI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2473" y="1550416"/>
            <a:ext cx="14535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HTML</a:t>
            </a:r>
            <a:r>
              <a:rPr sz="1150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CSS</a:t>
            </a:r>
            <a:r>
              <a:rPr sz="1150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JS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Jinja2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0391" y="2059431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86000" y="2308821"/>
            <a:ext cx="7583805" cy="744220"/>
            <a:chOff x="2286000" y="2308821"/>
            <a:chExt cx="7583805" cy="7442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2308821"/>
              <a:ext cx="7583424" cy="7437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32101" y="23321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39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39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2101" y="23321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39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39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39314" y="2464816"/>
            <a:ext cx="122047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30" dirty="0">
                <a:solidFill>
                  <a:srgbClr val="4169FF"/>
                </a:solidFill>
                <a:latin typeface="Calibri"/>
                <a:cs typeface="Calibri"/>
              </a:rPr>
              <a:t>FASTAPI</a:t>
            </a:r>
            <a:r>
              <a:rPr sz="1250" b="1" spc="-5" dirty="0">
                <a:solidFill>
                  <a:srgbClr val="4169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169FF"/>
                </a:solidFill>
                <a:latin typeface="Calibri"/>
                <a:cs typeface="Calibri"/>
              </a:rPr>
              <a:t>BACKEND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2473" y="2464816"/>
            <a:ext cx="21469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Routes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Authentication</a:t>
            </a:r>
            <a:r>
              <a:rPr sz="1150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Requests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0391" y="2973831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86000" y="3223221"/>
            <a:ext cx="7583805" cy="744220"/>
            <a:chOff x="2286000" y="3223221"/>
            <a:chExt cx="7583805" cy="7442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3223221"/>
              <a:ext cx="7583424" cy="7437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32101" y="32465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40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32101" y="32465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40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39314" y="3379215"/>
            <a:ext cx="99885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954AFF"/>
                </a:solidFill>
                <a:latin typeface="Calibri"/>
                <a:cs typeface="Calibri"/>
              </a:rPr>
              <a:t>SERVICE</a:t>
            </a:r>
            <a:r>
              <a:rPr sz="1250" b="1" spc="-4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954AFF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2473" y="3379216"/>
            <a:ext cx="197421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Catalog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150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logic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0391" y="3887977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86000" y="4137621"/>
            <a:ext cx="7583805" cy="744220"/>
            <a:chOff x="2286000" y="4137621"/>
            <a:chExt cx="7583805" cy="74422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4137621"/>
              <a:ext cx="7583424" cy="7437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32101" y="41609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40"/>
                  </a:lnTo>
                  <a:lnTo>
                    <a:pt x="7498080" y="109728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32101" y="41609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8"/>
                  </a:lnTo>
                  <a:lnTo>
                    <a:pt x="7498080" y="548640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39314" y="4293870"/>
            <a:ext cx="65976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28D691"/>
                </a:solidFill>
                <a:latin typeface="Calibri"/>
                <a:cs typeface="Calibri"/>
              </a:rPr>
              <a:t>AI</a:t>
            </a:r>
            <a:r>
              <a:rPr sz="1250" b="1" spc="-5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8D691"/>
                </a:solidFill>
                <a:latin typeface="Calibri"/>
                <a:cs typeface="Calibri"/>
              </a:rPr>
              <a:t>+</a:t>
            </a:r>
            <a:r>
              <a:rPr sz="1250" b="1" spc="-10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250" b="1" spc="-50" dirty="0">
                <a:solidFill>
                  <a:srgbClr val="28D691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62473" y="4293870"/>
            <a:ext cx="12026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Gemini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API</a:t>
            </a:r>
            <a:r>
              <a:rPr sz="1150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SQLite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30391" y="4802885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86000" y="5052059"/>
            <a:ext cx="7583805" cy="744220"/>
            <a:chOff x="2286000" y="5052059"/>
            <a:chExt cx="7583805" cy="74422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5052059"/>
              <a:ext cx="7583424" cy="7437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32101" y="50753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7"/>
                  </a:lnTo>
                  <a:lnTo>
                    <a:pt x="32146" y="626225"/>
                  </a:lnTo>
                  <a:lnTo>
                    <a:pt x="67026" y="649743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3"/>
                  </a:lnTo>
                  <a:lnTo>
                    <a:pt x="7465933" y="626225"/>
                  </a:lnTo>
                  <a:lnTo>
                    <a:pt x="7489453" y="591347"/>
                  </a:lnTo>
                  <a:lnTo>
                    <a:pt x="7498080" y="548640"/>
                  </a:lnTo>
                  <a:lnTo>
                    <a:pt x="7498080" y="109728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32101" y="50753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8"/>
                  </a:lnTo>
                  <a:lnTo>
                    <a:pt x="7498080" y="548640"/>
                  </a:lnTo>
                  <a:lnTo>
                    <a:pt x="7489453" y="591347"/>
                  </a:lnTo>
                  <a:lnTo>
                    <a:pt x="7465933" y="626225"/>
                  </a:lnTo>
                  <a:lnTo>
                    <a:pt x="7431053" y="649743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3"/>
                  </a:lnTo>
                  <a:lnTo>
                    <a:pt x="32146" y="626225"/>
                  </a:lnTo>
                  <a:lnTo>
                    <a:pt x="8626" y="591347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9906">
              <a:solidFill>
                <a:srgbClr val="FFBD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639314" y="5208270"/>
            <a:ext cx="5029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FFBD41"/>
                </a:solidFill>
                <a:latin typeface="Calibri"/>
                <a:cs typeface="Calibri"/>
              </a:rPr>
              <a:t>RESULT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7</a:t>
            </a:fld>
            <a:r>
              <a:rPr spc="-2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062473" y="5208270"/>
            <a:ext cx="29127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150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1150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breakdown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08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0" dirty="0"/>
              <a:t> </a:t>
            </a:r>
            <a:r>
              <a:rPr spc="-30" dirty="0"/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9789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build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focuses on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practical,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easy-to-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demo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experience.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4359" y="1394460"/>
            <a:ext cx="5343525" cy="1320165"/>
            <a:chOff x="594359" y="1394460"/>
            <a:chExt cx="5343525" cy="13201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1394460"/>
              <a:ext cx="5343144" cy="1319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460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460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61389" y="1639569"/>
            <a:ext cx="32194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2CDFF"/>
                </a:solidFill>
                <a:latin typeface="Segoe UI Emoji"/>
                <a:cs typeface="Segoe UI Emoji"/>
              </a:rPr>
              <a:t>🔐</a:t>
            </a:r>
            <a:endParaRPr sz="1700">
              <a:latin typeface="Segoe UI Emoji"/>
              <a:cs typeface="Segoe UI Emoj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7500" y="1604517"/>
            <a:ext cx="9817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SECURE</a:t>
            </a:r>
            <a:r>
              <a:rPr sz="1300" b="1" spc="-4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2CDFF"/>
                </a:solidFill>
                <a:latin typeface="Calibri"/>
                <a:cs typeface="Calibri"/>
              </a:rPr>
              <a:t>AUTH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7500" y="2009139"/>
            <a:ext cx="2293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Register,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login</a:t>
            </a:r>
            <a:r>
              <a:rPr sz="1050" spc="7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050" spc="5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session-based</a:t>
            </a:r>
            <a:r>
              <a:rPr sz="1050" spc="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access.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17920" y="1394460"/>
            <a:ext cx="5343525" cy="1320165"/>
            <a:chOff x="6217920" y="1394460"/>
            <a:chExt cx="5343525" cy="132016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1394460"/>
              <a:ext cx="5343144" cy="13197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4021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64021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76643" y="1638045"/>
            <a:ext cx="13525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8D691"/>
                </a:solidFill>
                <a:latin typeface="Calibri"/>
                <a:cs typeface="Calibri"/>
              </a:rPr>
              <a:t>₹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11568" y="1604517"/>
            <a:ext cx="11588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8D691"/>
                </a:solidFill>
                <a:latin typeface="Calibri"/>
                <a:cs typeface="Calibri"/>
              </a:rPr>
              <a:t>BUDGET-</a:t>
            </a:r>
            <a:r>
              <a:rPr sz="1300" b="1" spc="-20" dirty="0">
                <a:solidFill>
                  <a:srgbClr val="28D691"/>
                </a:solidFill>
                <a:latin typeface="Calibri"/>
                <a:cs typeface="Calibri"/>
              </a:rPr>
              <a:t>AWARE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1568" y="2009139"/>
            <a:ext cx="305371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Recommendations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are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generated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around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user</a:t>
            </a:r>
            <a:r>
              <a:rPr sz="1050" spc="7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budget.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359" y="2903220"/>
            <a:ext cx="5343525" cy="1320165"/>
            <a:chOff x="594359" y="2903220"/>
            <a:chExt cx="5343525" cy="132016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2903220"/>
              <a:ext cx="5343144" cy="13197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460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460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13967" y="3146806"/>
            <a:ext cx="21336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7500" y="3113277"/>
            <a:ext cx="8528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r>
              <a:rPr sz="1300" b="1" spc="-10" dirty="0">
                <a:solidFill>
                  <a:srgbClr val="954AFF"/>
                </a:solidFill>
                <a:latin typeface="Calibri"/>
                <a:cs typeface="Calibri"/>
              </a:rPr>
              <a:t> ASSISTED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7500" y="3517900"/>
            <a:ext cx="29406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Gemini</a:t>
            </a:r>
            <a:r>
              <a:rPr sz="1050" spc="10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integration</a:t>
            </a:r>
            <a:r>
              <a:rPr sz="1050" spc="9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for</a:t>
            </a:r>
            <a:r>
              <a:rPr sz="1050" spc="9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generation.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17920" y="2903220"/>
            <a:ext cx="5343525" cy="1320165"/>
            <a:chOff x="6217920" y="2903220"/>
            <a:chExt cx="5343525" cy="132016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2903220"/>
              <a:ext cx="5343144" cy="13197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64021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4021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42354" y="3148330"/>
            <a:ext cx="2057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4169FF"/>
                </a:solidFill>
                <a:latin typeface="Cambria Math"/>
                <a:cs typeface="Cambria Math"/>
              </a:rPr>
              <a:t>▥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11568" y="3113277"/>
            <a:ext cx="954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169FF"/>
                </a:solidFill>
                <a:latin typeface="Calibri"/>
                <a:cs typeface="Calibri"/>
              </a:rPr>
              <a:t>BREAKDOWN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11568" y="3517900"/>
            <a:ext cx="224028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Clear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allocation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of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available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budget.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4359" y="4411992"/>
            <a:ext cx="5343525" cy="1320165"/>
            <a:chOff x="594359" y="4411992"/>
            <a:chExt cx="5343525" cy="132016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4411992"/>
              <a:ext cx="5343144" cy="131978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0460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699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0460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699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24636" y="4657344"/>
            <a:ext cx="19431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FFBD41"/>
                </a:solidFill>
                <a:latin typeface="Cambria Math"/>
                <a:cs typeface="Cambria Math"/>
              </a:rPr>
              <a:t>↺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7500" y="4622291"/>
            <a:ext cx="6159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D41"/>
                </a:solidFill>
                <a:latin typeface="Calibri"/>
                <a:cs typeface="Calibri"/>
              </a:rPr>
              <a:t>HISTORY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7500" y="5026914"/>
            <a:ext cx="247205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Previously</a:t>
            </a:r>
            <a:r>
              <a:rPr sz="1050" spc="8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generated</a:t>
            </a:r>
            <a:r>
              <a:rPr sz="1050" spc="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plans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can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be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revisited.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17920" y="4411992"/>
            <a:ext cx="5343525" cy="1320165"/>
            <a:chOff x="6217920" y="4411992"/>
            <a:chExt cx="5343525" cy="1320165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4411992"/>
              <a:ext cx="5343144" cy="13197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264021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699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64021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699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43116" y="4657344"/>
            <a:ext cx="2019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2CDFF"/>
                </a:solidFill>
                <a:latin typeface="Segoe UI Symbol"/>
                <a:cs typeface="Segoe UI Symbol"/>
              </a:rPr>
              <a:t>✦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8</a:t>
            </a:fld>
            <a:r>
              <a:rPr spc="-20" dirty="0"/>
              <a:t>/10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7211568" y="4622291"/>
            <a:ext cx="90931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2CDFF"/>
                </a:solidFill>
                <a:latin typeface="Calibri"/>
                <a:cs typeface="Calibri"/>
              </a:rPr>
              <a:t>DASHBOARD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211568" y="5026914"/>
            <a:ext cx="230187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Separate</a:t>
            </a:r>
            <a:r>
              <a:rPr sz="1050" spc="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planners</a:t>
            </a:r>
            <a:r>
              <a:rPr sz="1050" spc="5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050" spc="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clean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interface.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09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RESULT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FUTURE</a:t>
            </a:r>
            <a:r>
              <a:rPr spc="-3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9102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implementation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150" spc="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planned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expansion.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440167"/>
            <a:ext cx="5389245" cy="4566285"/>
            <a:chOff x="640080" y="1440167"/>
            <a:chExt cx="5389245" cy="45662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440167"/>
              <a:ext cx="5388864" cy="45659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4556759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59"/>
                  </a:lnTo>
                  <a:lnTo>
                    <a:pt x="0" y="3733800"/>
                  </a:lnTo>
                  <a:lnTo>
                    <a:pt x="1469" y="3781025"/>
                  </a:lnTo>
                  <a:lnTo>
                    <a:pt x="5818" y="3827471"/>
                  </a:lnTo>
                  <a:lnTo>
                    <a:pt x="12960" y="3873048"/>
                  </a:lnTo>
                  <a:lnTo>
                    <a:pt x="22807" y="3917670"/>
                  </a:lnTo>
                  <a:lnTo>
                    <a:pt x="35271" y="3961249"/>
                  </a:lnTo>
                  <a:lnTo>
                    <a:pt x="50265" y="4003697"/>
                  </a:lnTo>
                  <a:lnTo>
                    <a:pt x="67703" y="4044928"/>
                  </a:lnTo>
                  <a:lnTo>
                    <a:pt x="87495" y="4084853"/>
                  </a:lnTo>
                  <a:lnTo>
                    <a:pt x="109555" y="4123386"/>
                  </a:lnTo>
                  <a:lnTo>
                    <a:pt x="133795" y="4160438"/>
                  </a:lnTo>
                  <a:lnTo>
                    <a:pt x="160128" y="4195922"/>
                  </a:lnTo>
                  <a:lnTo>
                    <a:pt x="188466" y="4229751"/>
                  </a:lnTo>
                  <a:lnTo>
                    <a:pt x="218722" y="4261837"/>
                  </a:lnTo>
                  <a:lnTo>
                    <a:pt x="250808" y="4292093"/>
                  </a:lnTo>
                  <a:lnTo>
                    <a:pt x="284637" y="4320431"/>
                  </a:lnTo>
                  <a:lnTo>
                    <a:pt x="320121" y="4346764"/>
                  </a:lnTo>
                  <a:lnTo>
                    <a:pt x="357173" y="4371004"/>
                  </a:lnTo>
                  <a:lnTo>
                    <a:pt x="395706" y="4393064"/>
                  </a:lnTo>
                  <a:lnTo>
                    <a:pt x="435631" y="4412856"/>
                  </a:lnTo>
                  <a:lnTo>
                    <a:pt x="476862" y="4430294"/>
                  </a:lnTo>
                  <a:lnTo>
                    <a:pt x="519310" y="4445288"/>
                  </a:lnTo>
                  <a:lnTo>
                    <a:pt x="562889" y="4457752"/>
                  </a:lnTo>
                  <a:lnTo>
                    <a:pt x="607511" y="4467599"/>
                  </a:lnTo>
                  <a:lnTo>
                    <a:pt x="653088" y="4474741"/>
                  </a:lnTo>
                  <a:lnTo>
                    <a:pt x="699534" y="4479090"/>
                  </a:lnTo>
                  <a:lnTo>
                    <a:pt x="746760" y="4480559"/>
                  </a:lnTo>
                  <a:lnTo>
                    <a:pt x="4556759" y="4480559"/>
                  </a:lnTo>
                  <a:lnTo>
                    <a:pt x="4603980" y="4479090"/>
                  </a:lnTo>
                  <a:lnTo>
                    <a:pt x="4650421" y="4474741"/>
                  </a:lnTo>
                  <a:lnTo>
                    <a:pt x="4695994" y="4467599"/>
                  </a:lnTo>
                  <a:lnTo>
                    <a:pt x="4740613" y="4457752"/>
                  </a:lnTo>
                  <a:lnTo>
                    <a:pt x="4784190" y="4445288"/>
                  </a:lnTo>
                  <a:lnTo>
                    <a:pt x="4826637" y="4430294"/>
                  </a:lnTo>
                  <a:lnTo>
                    <a:pt x="4867866" y="4412856"/>
                  </a:lnTo>
                  <a:lnTo>
                    <a:pt x="4907791" y="4393064"/>
                  </a:lnTo>
                  <a:lnTo>
                    <a:pt x="4946323" y="4371004"/>
                  </a:lnTo>
                  <a:lnTo>
                    <a:pt x="4983375" y="4346764"/>
                  </a:lnTo>
                  <a:lnTo>
                    <a:pt x="5018860" y="4320431"/>
                  </a:lnTo>
                  <a:lnTo>
                    <a:pt x="5052690" y="4292093"/>
                  </a:lnTo>
                  <a:lnTo>
                    <a:pt x="5084778" y="4261837"/>
                  </a:lnTo>
                  <a:lnTo>
                    <a:pt x="5115035" y="4229751"/>
                  </a:lnTo>
                  <a:lnTo>
                    <a:pt x="5143375" y="4195922"/>
                  </a:lnTo>
                  <a:lnTo>
                    <a:pt x="5169710" y="4160438"/>
                  </a:lnTo>
                  <a:lnTo>
                    <a:pt x="5193952" y="4123386"/>
                  </a:lnTo>
                  <a:lnTo>
                    <a:pt x="5216014" y="4084853"/>
                  </a:lnTo>
                  <a:lnTo>
                    <a:pt x="5235808" y="4044928"/>
                  </a:lnTo>
                  <a:lnTo>
                    <a:pt x="5253247" y="4003697"/>
                  </a:lnTo>
                  <a:lnTo>
                    <a:pt x="5268244" y="3961249"/>
                  </a:lnTo>
                  <a:lnTo>
                    <a:pt x="5280709" y="3917670"/>
                  </a:lnTo>
                  <a:lnTo>
                    <a:pt x="5290558" y="3873048"/>
                  </a:lnTo>
                  <a:lnTo>
                    <a:pt x="5297700" y="3827471"/>
                  </a:lnTo>
                  <a:lnTo>
                    <a:pt x="5302050" y="3781025"/>
                  </a:lnTo>
                  <a:lnTo>
                    <a:pt x="5303520" y="3733800"/>
                  </a:lnTo>
                  <a:lnTo>
                    <a:pt x="5303520" y="746759"/>
                  </a:lnTo>
                  <a:lnTo>
                    <a:pt x="5302050" y="699539"/>
                  </a:lnTo>
                  <a:lnTo>
                    <a:pt x="5297700" y="653098"/>
                  </a:lnTo>
                  <a:lnTo>
                    <a:pt x="5290558" y="607525"/>
                  </a:lnTo>
                  <a:lnTo>
                    <a:pt x="5280709" y="562906"/>
                  </a:lnTo>
                  <a:lnTo>
                    <a:pt x="5268244" y="519329"/>
                  </a:lnTo>
                  <a:lnTo>
                    <a:pt x="5253247" y="476882"/>
                  </a:lnTo>
                  <a:lnTo>
                    <a:pt x="5235808" y="435653"/>
                  </a:lnTo>
                  <a:lnTo>
                    <a:pt x="5216014" y="395728"/>
                  </a:lnTo>
                  <a:lnTo>
                    <a:pt x="5193952" y="357196"/>
                  </a:lnTo>
                  <a:lnTo>
                    <a:pt x="5169710" y="320144"/>
                  </a:lnTo>
                  <a:lnTo>
                    <a:pt x="5143375" y="284659"/>
                  </a:lnTo>
                  <a:lnTo>
                    <a:pt x="5115035" y="250829"/>
                  </a:lnTo>
                  <a:lnTo>
                    <a:pt x="5084778" y="218741"/>
                  </a:lnTo>
                  <a:lnTo>
                    <a:pt x="5052690" y="188484"/>
                  </a:lnTo>
                  <a:lnTo>
                    <a:pt x="5018860" y="160144"/>
                  </a:lnTo>
                  <a:lnTo>
                    <a:pt x="4983375" y="133809"/>
                  </a:lnTo>
                  <a:lnTo>
                    <a:pt x="4946323" y="109567"/>
                  </a:lnTo>
                  <a:lnTo>
                    <a:pt x="4907791" y="87505"/>
                  </a:lnTo>
                  <a:lnTo>
                    <a:pt x="4867866" y="67711"/>
                  </a:lnTo>
                  <a:lnTo>
                    <a:pt x="4826637" y="50272"/>
                  </a:lnTo>
                  <a:lnTo>
                    <a:pt x="4784190" y="35275"/>
                  </a:lnTo>
                  <a:lnTo>
                    <a:pt x="4740613" y="22810"/>
                  </a:lnTo>
                  <a:lnTo>
                    <a:pt x="4695994" y="12961"/>
                  </a:lnTo>
                  <a:lnTo>
                    <a:pt x="4650421" y="5819"/>
                  </a:lnTo>
                  <a:lnTo>
                    <a:pt x="4603980" y="1469"/>
                  </a:lnTo>
                  <a:lnTo>
                    <a:pt x="45567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0" y="746759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4556759" y="0"/>
                  </a:lnTo>
                  <a:lnTo>
                    <a:pt x="4603980" y="1469"/>
                  </a:lnTo>
                  <a:lnTo>
                    <a:pt x="4650421" y="5819"/>
                  </a:lnTo>
                  <a:lnTo>
                    <a:pt x="4695994" y="12961"/>
                  </a:lnTo>
                  <a:lnTo>
                    <a:pt x="4740613" y="22810"/>
                  </a:lnTo>
                  <a:lnTo>
                    <a:pt x="4784190" y="35275"/>
                  </a:lnTo>
                  <a:lnTo>
                    <a:pt x="4826637" y="50272"/>
                  </a:lnTo>
                  <a:lnTo>
                    <a:pt x="4867866" y="67711"/>
                  </a:lnTo>
                  <a:lnTo>
                    <a:pt x="4907791" y="87505"/>
                  </a:lnTo>
                  <a:lnTo>
                    <a:pt x="4946323" y="109567"/>
                  </a:lnTo>
                  <a:lnTo>
                    <a:pt x="4983375" y="133809"/>
                  </a:lnTo>
                  <a:lnTo>
                    <a:pt x="5018860" y="160144"/>
                  </a:lnTo>
                  <a:lnTo>
                    <a:pt x="5052690" y="188484"/>
                  </a:lnTo>
                  <a:lnTo>
                    <a:pt x="5084778" y="218741"/>
                  </a:lnTo>
                  <a:lnTo>
                    <a:pt x="5115035" y="250829"/>
                  </a:lnTo>
                  <a:lnTo>
                    <a:pt x="5143375" y="284659"/>
                  </a:lnTo>
                  <a:lnTo>
                    <a:pt x="5169710" y="320144"/>
                  </a:lnTo>
                  <a:lnTo>
                    <a:pt x="5193952" y="357196"/>
                  </a:lnTo>
                  <a:lnTo>
                    <a:pt x="5216014" y="395728"/>
                  </a:lnTo>
                  <a:lnTo>
                    <a:pt x="5235808" y="435653"/>
                  </a:lnTo>
                  <a:lnTo>
                    <a:pt x="5253247" y="476882"/>
                  </a:lnTo>
                  <a:lnTo>
                    <a:pt x="5268244" y="519329"/>
                  </a:lnTo>
                  <a:lnTo>
                    <a:pt x="5280709" y="562906"/>
                  </a:lnTo>
                  <a:lnTo>
                    <a:pt x="5290558" y="607525"/>
                  </a:lnTo>
                  <a:lnTo>
                    <a:pt x="5297700" y="653098"/>
                  </a:lnTo>
                  <a:lnTo>
                    <a:pt x="5302050" y="699539"/>
                  </a:lnTo>
                  <a:lnTo>
                    <a:pt x="5303520" y="746759"/>
                  </a:lnTo>
                  <a:lnTo>
                    <a:pt x="5303520" y="3733800"/>
                  </a:lnTo>
                  <a:lnTo>
                    <a:pt x="5302050" y="3781025"/>
                  </a:lnTo>
                  <a:lnTo>
                    <a:pt x="5297700" y="3827471"/>
                  </a:lnTo>
                  <a:lnTo>
                    <a:pt x="5290558" y="3873048"/>
                  </a:lnTo>
                  <a:lnTo>
                    <a:pt x="5280709" y="3917670"/>
                  </a:lnTo>
                  <a:lnTo>
                    <a:pt x="5268244" y="3961249"/>
                  </a:lnTo>
                  <a:lnTo>
                    <a:pt x="5253247" y="4003697"/>
                  </a:lnTo>
                  <a:lnTo>
                    <a:pt x="5235808" y="4044928"/>
                  </a:lnTo>
                  <a:lnTo>
                    <a:pt x="5216014" y="4084853"/>
                  </a:lnTo>
                  <a:lnTo>
                    <a:pt x="5193952" y="4123386"/>
                  </a:lnTo>
                  <a:lnTo>
                    <a:pt x="5169710" y="4160438"/>
                  </a:lnTo>
                  <a:lnTo>
                    <a:pt x="5143375" y="4195922"/>
                  </a:lnTo>
                  <a:lnTo>
                    <a:pt x="5115035" y="4229751"/>
                  </a:lnTo>
                  <a:lnTo>
                    <a:pt x="5084778" y="4261837"/>
                  </a:lnTo>
                  <a:lnTo>
                    <a:pt x="5052690" y="4292093"/>
                  </a:lnTo>
                  <a:lnTo>
                    <a:pt x="5018860" y="4320431"/>
                  </a:lnTo>
                  <a:lnTo>
                    <a:pt x="4983375" y="4346764"/>
                  </a:lnTo>
                  <a:lnTo>
                    <a:pt x="4946323" y="4371004"/>
                  </a:lnTo>
                  <a:lnTo>
                    <a:pt x="4907791" y="4393064"/>
                  </a:lnTo>
                  <a:lnTo>
                    <a:pt x="4867866" y="4412856"/>
                  </a:lnTo>
                  <a:lnTo>
                    <a:pt x="4826637" y="4430294"/>
                  </a:lnTo>
                  <a:lnTo>
                    <a:pt x="4784190" y="4445288"/>
                  </a:lnTo>
                  <a:lnTo>
                    <a:pt x="4740613" y="4457752"/>
                  </a:lnTo>
                  <a:lnTo>
                    <a:pt x="4695994" y="4467599"/>
                  </a:lnTo>
                  <a:lnTo>
                    <a:pt x="4650421" y="4474741"/>
                  </a:lnTo>
                  <a:lnTo>
                    <a:pt x="4603980" y="4479090"/>
                  </a:lnTo>
                  <a:lnTo>
                    <a:pt x="4556759" y="4480559"/>
                  </a:lnTo>
                  <a:lnTo>
                    <a:pt x="746760" y="4480559"/>
                  </a:lnTo>
                  <a:lnTo>
                    <a:pt x="699534" y="4479090"/>
                  </a:lnTo>
                  <a:lnTo>
                    <a:pt x="653088" y="4474741"/>
                  </a:lnTo>
                  <a:lnTo>
                    <a:pt x="607511" y="4467599"/>
                  </a:lnTo>
                  <a:lnTo>
                    <a:pt x="562889" y="4457752"/>
                  </a:lnTo>
                  <a:lnTo>
                    <a:pt x="519310" y="4445288"/>
                  </a:lnTo>
                  <a:lnTo>
                    <a:pt x="476862" y="4430294"/>
                  </a:lnTo>
                  <a:lnTo>
                    <a:pt x="435631" y="4412856"/>
                  </a:lnTo>
                  <a:lnTo>
                    <a:pt x="395706" y="4393064"/>
                  </a:lnTo>
                  <a:lnTo>
                    <a:pt x="357173" y="4371004"/>
                  </a:lnTo>
                  <a:lnTo>
                    <a:pt x="320121" y="4346764"/>
                  </a:lnTo>
                  <a:lnTo>
                    <a:pt x="284637" y="4320431"/>
                  </a:lnTo>
                  <a:lnTo>
                    <a:pt x="250808" y="4292093"/>
                  </a:lnTo>
                  <a:lnTo>
                    <a:pt x="218722" y="4261837"/>
                  </a:lnTo>
                  <a:lnTo>
                    <a:pt x="188466" y="4229751"/>
                  </a:lnTo>
                  <a:lnTo>
                    <a:pt x="160128" y="4195922"/>
                  </a:lnTo>
                  <a:lnTo>
                    <a:pt x="133795" y="4160438"/>
                  </a:lnTo>
                  <a:lnTo>
                    <a:pt x="109555" y="4123386"/>
                  </a:lnTo>
                  <a:lnTo>
                    <a:pt x="87495" y="4084853"/>
                  </a:lnTo>
                  <a:lnTo>
                    <a:pt x="67703" y="4044928"/>
                  </a:lnTo>
                  <a:lnTo>
                    <a:pt x="50265" y="4003697"/>
                  </a:lnTo>
                  <a:lnTo>
                    <a:pt x="35271" y="3961249"/>
                  </a:lnTo>
                  <a:lnTo>
                    <a:pt x="22807" y="3917670"/>
                  </a:lnTo>
                  <a:lnTo>
                    <a:pt x="12960" y="3873048"/>
                  </a:lnTo>
                  <a:lnTo>
                    <a:pt x="5818" y="3827471"/>
                  </a:lnTo>
                  <a:lnTo>
                    <a:pt x="1469" y="3781025"/>
                  </a:lnTo>
                  <a:lnTo>
                    <a:pt x="0" y="3733800"/>
                  </a:lnTo>
                  <a:lnTo>
                    <a:pt x="0" y="746759"/>
                  </a:lnTo>
                  <a:close/>
                </a:path>
              </a:pathLst>
            </a:custGeom>
            <a:ln w="9906">
              <a:solidFill>
                <a:srgbClr val="2C50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30300" y="1804161"/>
            <a:ext cx="290512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82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8D691"/>
                </a:solidFill>
                <a:latin typeface="Calibri"/>
                <a:cs typeface="Calibri"/>
              </a:rPr>
              <a:t>CURRENT</a:t>
            </a:r>
            <a:r>
              <a:rPr sz="1500" b="1" spc="-80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8D691"/>
                </a:solidFill>
                <a:latin typeface="Calibri"/>
                <a:cs typeface="Calibri"/>
              </a:rPr>
              <a:t>RESULT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5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Working</a:t>
            </a:r>
            <a:r>
              <a:rPr sz="140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web</a:t>
            </a:r>
            <a:r>
              <a:rPr sz="14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Authentication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Three</a:t>
            </a:r>
            <a:r>
              <a:rPr sz="14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modules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Budget-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based</a:t>
            </a:r>
            <a:r>
              <a:rPr sz="1400" b="1" spc="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recommendations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r>
              <a:rPr sz="140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400" b="1" spc="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GitHub</a:t>
            </a:r>
            <a:r>
              <a:rPr sz="1400" b="1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repository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2200" y="1440167"/>
            <a:ext cx="5389245" cy="4566285"/>
            <a:chOff x="6172200" y="1440167"/>
            <a:chExt cx="5389245" cy="45662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1440167"/>
              <a:ext cx="5388863" cy="45659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1830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4556759" y="0"/>
                  </a:moveTo>
                  <a:lnTo>
                    <a:pt x="746759" y="0"/>
                  </a:lnTo>
                  <a:lnTo>
                    <a:pt x="699539" y="1469"/>
                  </a:lnTo>
                  <a:lnTo>
                    <a:pt x="653098" y="5819"/>
                  </a:lnTo>
                  <a:lnTo>
                    <a:pt x="607525" y="12961"/>
                  </a:lnTo>
                  <a:lnTo>
                    <a:pt x="562906" y="22810"/>
                  </a:lnTo>
                  <a:lnTo>
                    <a:pt x="519329" y="35275"/>
                  </a:lnTo>
                  <a:lnTo>
                    <a:pt x="476882" y="50272"/>
                  </a:lnTo>
                  <a:lnTo>
                    <a:pt x="435653" y="67711"/>
                  </a:lnTo>
                  <a:lnTo>
                    <a:pt x="395728" y="87505"/>
                  </a:lnTo>
                  <a:lnTo>
                    <a:pt x="357196" y="109567"/>
                  </a:lnTo>
                  <a:lnTo>
                    <a:pt x="320144" y="133809"/>
                  </a:lnTo>
                  <a:lnTo>
                    <a:pt x="284659" y="160144"/>
                  </a:lnTo>
                  <a:lnTo>
                    <a:pt x="250829" y="188484"/>
                  </a:lnTo>
                  <a:lnTo>
                    <a:pt x="218741" y="218741"/>
                  </a:lnTo>
                  <a:lnTo>
                    <a:pt x="188484" y="250829"/>
                  </a:lnTo>
                  <a:lnTo>
                    <a:pt x="160144" y="284659"/>
                  </a:lnTo>
                  <a:lnTo>
                    <a:pt x="133809" y="320144"/>
                  </a:lnTo>
                  <a:lnTo>
                    <a:pt x="109567" y="357196"/>
                  </a:lnTo>
                  <a:lnTo>
                    <a:pt x="87505" y="395728"/>
                  </a:lnTo>
                  <a:lnTo>
                    <a:pt x="67711" y="435653"/>
                  </a:lnTo>
                  <a:lnTo>
                    <a:pt x="50272" y="476882"/>
                  </a:lnTo>
                  <a:lnTo>
                    <a:pt x="35275" y="519329"/>
                  </a:lnTo>
                  <a:lnTo>
                    <a:pt x="22810" y="562906"/>
                  </a:lnTo>
                  <a:lnTo>
                    <a:pt x="12961" y="607525"/>
                  </a:lnTo>
                  <a:lnTo>
                    <a:pt x="5819" y="653098"/>
                  </a:lnTo>
                  <a:lnTo>
                    <a:pt x="1469" y="699539"/>
                  </a:lnTo>
                  <a:lnTo>
                    <a:pt x="0" y="746759"/>
                  </a:lnTo>
                  <a:lnTo>
                    <a:pt x="0" y="3733800"/>
                  </a:lnTo>
                  <a:lnTo>
                    <a:pt x="1469" y="3781025"/>
                  </a:lnTo>
                  <a:lnTo>
                    <a:pt x="5819" y="3827471"/>
                  </a:lnTo>
                  <a:lnTo>
                    <a:pt x="12961" y="3873048"/>
                  </a:lnTo>
                  <a:lnTo>
                    <a:pt x="22810" y="3917670"/>
                  </a:lnTo>
                  <a:lnTo>
                    <a:pt x="35275" y="3961249"/>
                  </a:lnTo>
                  <a:lnTo>
                    <a:pt x="50272" y="4003697"/>
                  </a:lnTo>
                  <a:lnTo>
                    <a:pt x="67711" y="4044928"/>
                  </a:lnTo>
                  <a:lnTo>
                    <a:pt x="87505" y="4084853"/>
                  </a:lnTo>
                  <a:lnTo>
                    <a:pt x="109567" y="4123386"/>
                  </a:lnTo>
                  <a:lnTo>
                    <a:pt x="133809" y="4160438"/>
                  </a:lnTo>
                  <a:lnTo>
                    <a:pt x="160144" y="4195922"/>
                  </a:lnTo>
                  <a:lnTo>
                    <a:pt x="188484" y="4229751"/>
                  </a:lnTo>
                  <a:lnTo>
                    <a:pt x="218741" y="4261837"/>
                  </a:lnTo>
                  <a:lnTo>
                    <a:pt x="250829" y="4292093"/>
                  </a:lnTo>
                  <a:lnTo>
                    <a:pt x="284659" y="4320431"/>
                  </a:lnTo>
                  <a:lnTo>
                    <a:pt x="320144" y="4346764"/>
                  </a:lnTo>
                  <a:lnTo>
                    <a:pt x="357196" y="4371004"/>
                  </a:lnTo>
                  <a:lnTo>
                    <a:pt x="395728" y="4393064"/>
                  </a:lnTo>
                  <a:lnTo>
                    <a:pt x="435653" y="4412856"/>
                  </a:lnTo>
                  <a:lnTo>
                    <a:pt x="476882" y="4430294"/>
                  </a:lnTo>
                  <a:lnTo>
                    <a:pt x="519329" y="4445288"/>
                  </a:lnTo>
                  <a:lnTo>
                    <a:pt x="562906" y="4457752"/>
                  </a:lnTo>
                  <a:lnTo>
                    <a:pt x="607525" y="4467599"/>
                  </a:lnTo>
                  <a:lnTo>
                    <a:pt x="653098" y="4474741"/>
                  </a:lnTo>
                  <a:lnTo>
                    <a:pt x="699539" y="4479090"/>
                  </a:lnTo>
                  <a:lnTo>
                    <a:pt x="746759" y="4480559"/>
                  </a:lnTo>
                  <a:lnTo>
                    <a:pt x="4556759" y="4480559"/>
                  </a:lnTo>
                  <a:lnTo>
                    <a:pt x="4603980" y="4479090"/>
                  </a:lnTo>
                  <a:lnTo>
                    <a:pt x="4650421" y="4474741"/>
                  </a:lnTo>
                  <a:lnTo>
                    <a:pt x="4695994" y="4467599"/>
                  </a:lnTo>
                  <a:lnTo>
                    <a:pt x="4740613" y="4457752"/>
                  </a:lnTo>
                  <a:lnTo>
                    <a:pt x="4784190" y="4445288"/>
                  </a:lnTo>
                  <a:lnTo>
                    <a:pt x="4826637" y="4430294"/>
                  </a:lnTo>
                  <a:lnTo>
                    <a:pt x="4867866" y="4412856"/>
                  </a:lnTo>
                  <a:lnTo>
                    <a:pt x="4907791" y="4393064"/>
                  </a:lnTo>
                  <a:lnTo>
                    <a:pt x="4946323" y="4371004"/>
                  </a:lnTo>
                  <a:lnTo>
                    <a:pt x="4983375" y="4346764"/>
                  </a:lnTo>
                  <a:lnTo>
                    <a:pt x="5018860" y="4320431"/>
                  </a:lnTo>
                  <a:lnTo>
                    <a:pt x="5052690" y="4292093"/>
                  </a:lnTo>
                  <a:lnTo>
                    <a:pt x="5084778" y="4261837"/>
                  </a:lnTo>
                  <a:lnTo>
                    <a:pt x="5115035" y="4229751"/>
                  </a:lnTo>
                  <a:lnTo>
                    <a:pt x="5143375" y="4195922"/>
                  </a:lnTo>
                  <a:lnTo>
                    <a:pt x="5169710" y="4160438"/>
                  </a:lnTo>
                  <a:lnTo>
                    <a:pt x="5193952" y="4123386"/>
                  </a:lnTo>
                  <a:lnTo>
                    <a:pt x="5216014" y="4084853"/>
                  </a:lnTo>
                  <a:lnTo>
                    <a:pt x="5235808" y="4044928"/>
                  </a:lnTo>
                  <a:lnTo>
                    <a:pt x="5253247" y="4003697"/>
                  </a:lnTo>
                  <a:lnTo>
                    <a:pt x="5268244" y="3961249"/>
                  </a:lnTo>
                  <a:lnTo>
                    <a:pt x="5280709" y="3917670"/>
                  </a:lnTo>
                  <a:lnTo>
                    <a:pt x="5290558" y="3873048"/>
                  </a:lnTo>
                  <a:lnTo>
                    <a:pt x="5297700" y="3827471"/>
                  </a:lnTo>
                  <a:lnTo>
                    <a:pt x="5302050" y="3781025"/>
                  </a:lnTo>
                  <a:lnTo>
                    <a:pt x="5303520" y="3733800"/>
                  </a:lnTo>
                  <a:lnTo>
                    <a:pt x="5303520" y="746759"/>
                  </a:lnTo>
                  <a:lnTo>
                    <a:pt x="5302050" y="699539"/>
                  </a:lnTo>
                  <a:lnTo>
                    <a:pt x="5297700" y="653098"/>
                  </a:lnTo>
                  <a:lnTo>
                    <a:pt x="5290558" y="607525"/>
                  </a:lnTo>
                  <a:lnTo>
                    <a:pt x="5280709" y="562906"/>
                  </a:lnTo>
                  <a:lnTo>
                    <a:pt x="5268244" y="519329"/>
                  </a:lnTo>
                  <a:lnTo>
                    <a:pt x="5253247" y="476882"/>
                  </a:lnTo>
                  <a:lnTo>
                    <a:pt x="5235808" y="435653"/>
                  </a:lnTo>
                  <a:lnTo>
                    <a:pt x="5216014" y="395728"/>
                  </a:lnTo>
                  <a:lnTo>
                    <a:pt x="5193952" y="357196"/>
                  </a:lnTo>
                  <a:lnTo>
                    <a:pt x="5169710" y="320144"/>
                  </a:lnTo>
                  <a:lnTo>
                    <a:pt x="5143375" y="284659"/>
                  </a:lnTo>
                  <a:lnTo>
                    <a:pt x="5115035" y="250829"/>
                  </a:lnTo>
                  <a:lnTo>
                    <a:pt x="5084778" y="218741"/>
                  </a:lnTo>
                  <a:lnTo>
                    <a:pt x="5052690" y="188484"/>
                  </a:lnTo>
                  <a:lnTo>
                    <a:pt x="5018860" y="160144"/>
                  </a:lnTo>
                  <a:lnTo>
                    <a:pt x="4983375" y="133809"/>
                  </a:lnTo>
                  <a:lnTo>
                    <a:pt x="4946323" y="109567"/>
                  </a:lnTo>
                  <a:lnTo>
                    <a:pt x="4907791" y="87505"/>
                  </a:lnTo>
                  <a:lnTo>
                    <a:pt x="4867866" y="67711"/>
                  </a:lnTo>
                  <a:lnTo>
                    <a:pt x="4826637" y="50272"/>
                  </a:lnTo>
                  <a:lnTo>
                    <a:pt x="4784190" y="35275"/>
                  </a:lnTo>
                  <a:lnTo>
                    <a:pt x="4740613" y="22810"/>
                  </a:lnTo>
                  <a:lnTo>
                    <a:pt x="4695994" y="12961"/>
                  </a:lnTo>
                  <a:lnTo>
                    <a:pt x="4650421" y="5819"/>
                  </a:lnTo>
                  <a:lnTo>
                    <a:pt x="4603980" y="1469"/>
                  </a:lnTo>
                  <a:lnTo>
                    <a:pt x="45567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1830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0" y="746759"/>
                  </a:moveTo>
                  <a:lnTo>
                    <a:pt x="1469" y="699539"/>
                  </a:lnTo>
                  <a:lnTo>
                    <a:pt x="5819" y="653098"/>
                  </a:lnTo>
                  <a:lnTo>
                    <a:pt x="12961" y="607525"/>
                  </a:lnTo>
                  <a:lnTo>
                    <a:pt x="22810" y="562906"/>
                  </a:lnTo>
                  <a:lnTo>
                    <a:pt x="35275" y="519329"/>
                  </a:lnTo>
                  <a:lnTo>
                    <a:pt x="50272" y="476882"/>
                  </a:lnTo>
                  <a:lnTo>
                    <a:pt x="67711" y="435653"/>
                  </a:lnTo>
                  <a:lnTo>
                    <a:pt x="87505" y="395728"/>
                  </a:lnTo>
                  <a:lnTo>
                    <a:pt x="109567" y="357196"/>
                  </a:lnTo>
                  <a:lnTo>
                    <a:pt x="133809" y="320144"/>
                  </a:lnTo>
                  <a:lnTo>
                    <a:pt x="160144" y="284659"/>
                  </a:lnTo>
                  <a:lnTo>
                    <a:pt x="188484" y="250829"/>
                  </a:lnTo>
                  <a:lnTo>
                    <a:pt x="218741" y="218741"/>
                  </a:lnTo>
                  <a:lnTo>
                    <a:pt x="250829" y="188484"/>
                  </a:lnTo>
                  <a:lnTo>
                    <a:pt x="284659" y="160144"/>
                  </a:lnTo>
                  <a:lnTo>
                    <a:pt x="320144" y="133809"/>
                  </a:lnTo>
                  <a:lnTo>
                    <a:pt x="357196" y="109567"/>
                  </a:lnTo>
                  <a:lnTo>
                    <a:pt x="395728" y="87505"/>
                  </a:lnTo>
                  <a:lnTo>
                    <a:pt x="435653" y="67711"/>
                  </a:lnTo>
                  <a:lnTo>
                    <a:pt x="476882" y="50272"/>
                  </a:lnTo>
                  <a:lnTo>
                    <a:pt x="519329" y="35275"/>
                  </a:lnTo>
                  <a:lnTo>
                    <a:pt x="562906" y="22810"/>
                  </a:lnTo>
                  <a:lnTo>
                    <a:pt x="607525" y="12961"/>
                  </a:lnTo>
                  <a:lnTo>
                    <a:pt x="653098" y="5819"/>
                  </a:lnTo>
                  <a:lnTo>
                    <a:pt x="699539" y="1469"/>
                  </a:lnTo>
                  <a:lnTo>
                    <a:pt x="746759" y="0"/>
                  </a:lnTo>
                  <a:lnTo>
                    <a:pt x="4556759" y="0"/>
                  </a:lnTo>
                  <a:lnTo>
                    <a:pt x="4603980" y="1469"/>
                  </a:lnTo>
                  <a:lnTo>
                    <a:pt x="4650421" y="5819"/>
                  </a:lnTo>
                  <a:lnTo>
                    <a:pt x="4695994" y="12961"/>
                  </a:lnTo>
                  <a:lnTo>
                    <a:pt x="4740613" y="22810"/>
                  </a:lnTo>
                  <a:lnTo>
                    <a:pt x="4784190" y="35275"/>
                  </a:lnTo>
                  <a:lnTo>
                    <a:pt x="4826637" y="50272"/>
                  </a:lnTo>
                  <a:lnTo>
                    <a:pt x="4867866" y="67711"/>
                  </a:lnTo>
                  <a:lnTo>
                    <a:pt x="4907791" y="87505"/>
                  </a:lnTo>
                  <a:lnTo>
                    <a:pt x="4946323" y="109567"/>
                  </a:lnTo>
                  <a:lnTo>
                    <a:pt x="4983375" y="133809"/>
                  </a:lnTo>
                  <a:lnTo>
                    <a:pt x="5018860" y="160144"/>
                  </a:lnTo>
                  <a:lnTo>
                    <a:pt x="5052690" y="188484"/>
                  </a:lnTo>
                  <a:lnTo>
                    <a:pt x="5084778" y="218741"/>
                  </a:lnTo>
                  <a:lnTo>
                    <a:pt x="5115035" y="250829"/>
                  </a:lnTo>
                  <a:lnTo>
                    <a:pt x="5143375" y="284659"/>
                  </a:lnTo>
                  <a:lnTo>
                    <a:pt x="5169710" y="320144"/>
                  </a:lnTo>
                  <a:lnTo>
                    <a:pt x="5193952" y="357196"/>
                  </a:lnTo>
                  <a:lnTo>
                    <a:pt x="5216014" y="395728"/>
                  </a:lnTo>
                  <a:lnTo>
                    <a:pt x="5235808" y="435653"/>
                  </a:lnTo>
                  <a:lnTo>
                    <a:pt x="5253247" y="476882"/>
                  </a:lnTo>
                  <a:lnTo>
                    <a:pt x="5268244" y="519329"/>
                  </a:lnTo>
                  <a:lnTo>
                    <a:pt x="5280709" y="562906"/>
                  </a:lnTo>
                  <a:lnTo>
                    <a:pt x="5290558" y="607525"/>
                  </a:lnTo>
                  <a:lnTo>
                    <a:pt x="5297700" y="653098"/>
                  </a:lnTo>
                  <a:lnTo>
                    <a:pt x="5302050" y="699539"/>
                  </a:lnTo>
                  <a:lnTo>
                    <a:pt x="5303520" y="746759"/>
                  </a:lnTo>
                  <a:lnTo>
                    <a:pt x="5303520" y="3733800"/>
                  </a:lnTo>
                  <a:lnTo>
                    <a:pt x="5302050" y="3781025"/>
                  </a:lnTo>
                  <a:lnTo>
                    <a:pt x="5297700" y="3827471"/>
                  </a:lnTo>
                  <a:lnTo>
                    <a:pt x="5290558" y="3873048"/>
                  </a:lnTo>
                  <a:lnTo>
                    <a:pt x="5280709" y="3917670"/>
                  </a:lnTo>
                  <a:lnTo>
                    <a:pt x="5268244" y="3961249"/>
                  </a:lnTo>
                  <a:lnTo>
                    <a:pt x="5253247" y="4003697"/>
                  </a:lnTo>
                  <a:lnTo>
                    <a:pt x="5235808" y="4044928"/>
                  </a:lnTo>
                  <a:lnTo>
                    <a:pt x="5216014" y="4084853"/>
                  </a:lnTo>
                  <a:lnTo>
                    <a:pt x="5193952" y="4123386"/>
                  </a:lnTo>
                  <a:lnTo>
                    <a:pt x="5169710" y="4160438"/>
                  </a:lnTo>
                  <a:lnTo>
                    <a:pt x="5143375" y="4195922"/>
                  </a:lnTo>
                  <a:lnTo>
                    <a:pt x="5115035" y="4229751"/>
                  </a:lnTo>
                  <a:lnTo>
                    <a:pt x="5084778" y="4261837"/>
                  </a:lnTo>
                  <a:lnTo>
                    <a:pt x="5052690" y="4292093"/>
                  </a:lnTo>
                  <a:lnTo>
                    <a:pt x="5018860" y="4320431"/>
                  </a:lnTo>
                  <a:lnTo>
                    <a:pt x="4983375" y="4346764"/>
                  </a:lnTo>
                  <a:lnTo>
                    <a:pt x="4946323" y="4371004"/>
                  </a:lnTo>
                  <a:lnTo>
                    <a:pt x="4907791" y="4393064"/>
                  </a:lnTo>
                  <a:lnTo>
                    <a:pt x="4867866" y="4412856"/>
                  </a:lnTo>
                  <a:lnTo>
                    <a:pt x="4826637" y="4430294"/>
                  </a:lnTo>
                  <a:lnTo>
                    <a:pt x="4784190" y="4445288"/>
                  </a:lnTo>
                  <a:lnTo>
                    <a:pt x="4740613" y="4457752"/>
                  </a:lnTo>
                  <a:lnTo>
                    <a:pt x="4695994" y="4467599"/>
                  </a:lnTo>
                  <a:lnTo>
                    <a:pt x="4650421" y="4474741"/>
                  </a:lnTo>
                  <a:lnTo>
                    <a:pt x="4603980" y="4479090"/>
                  </a:lnTo>
                  <a:lnTo>
                    <a:pt x="4556759" y="4480559"/>
                  </a:lnTo>
                  <a:lnTo>
                    <a:pt x="746759" y="4480559"/>
                  </a:lnTo>
                  <a:lnTo>
                    <a:pt x="699539" y="4479090"/>
                  </a:lnTo>
                  <a:lnTo>
                    <a:pt x="653098" y="4474741"/>
                  </a:lnTo>
                  <a:lnTo>
                    <a:pt x="607525" y="4467599"/>
                  </a:lnTo>
                  <a:lnTo>
                    <a:pt x="562906" y="4457752"/>
                  </a:lnTo>
                  <a:lnTo>
                    <a:pt x="519329" y="4445288"/>
                  </a:lnTo>
                  <a:lnTo>
                    <a:pt x="476882" y="4430294"/>
                  </a:lnTo>
                  <a:lnTo>
                    <a:pt x="435653" y="4412856"/>
                  </a:lnTo>
                  <a:lnTo>
                    <a:pt x="395728" y="4393064"/>
                  </a:lnTo>
                  <a:lnTo>
                    <a:pt x="357196" y="4371004"/>
                  </a:lnTo>
                  <a:lnTo>
                    <a:pt x="320144" y="4346764"/>
                  </a:lnTo>
                  <a:lnTo>
                    <a:pt x="284659" y="4320431"/>
                  </a:lnTo>
                  <a:lnTo>
                    <a:pt x="250829" y="4292093"/>
                  </a:lnTo>
                  <a:lnTo>
                    <a:pt x="218741" y="4261837"/>
                  </a:lnTo>
                  <a:lnTo>
                    <a:pt x="188484" y="4229751"/>
                  </a:lnTo>
                  <a:lnTo>
                    <a:pt x="160144" y="4195922"/>
                  </a:lnTo>
                  <a:lnTo>
                    <a:pt x="133809" y="4160438"/>
                  </a:lnTo>
                  <a:lnTo>
                    <a:pt x="109567" y="4123386"/>
                  </a:lnTo>
                  <a:lnTo>
                    <a:pt x="87505" y="4084853"/>
                  </a:lnTo>
                  <a:lnTo>
                    <a:pt x="67711" y="4044928"/>
                  </a:lnTo>
                  <a:lnTo>
                    <a:pt x="50272" y="4003697"/>
                  </a:lnTo>
                  <a:lnTo>
                    <a:pt x="35275" y="3961249"/>
                  </a:lnTo>
                  <a:lnTo>
                    <a:pt x="22810" y="3917670"/>
                  </a:lnTo>
                  <a:lnTo>
                    <a:pt x="12961" y="3873048"/>
                  </a:lnTo>
                  <a:lnTo>
                    <a:pt x="5819" y="3827471"/>
                  </a:lnTo>
                  <a:lnTo>
                    <a:pt x="1469" y="3781025"/>
                  </a:lnTo>
                  <a:lnTo>
                    <a:pt x="0" y="3733800"/>
                  </a:lnTo>
                  <a:lnTo>
                    <a:pt x="0" y="746759"/>
                  </a:lnTo>
                  <a:close/>
                </a:path>
              </a:pathLst>
            </a:custGeom>
            <a:ln w="9906">
              <a:solidFill>
                <a:srgbClr val="4637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62928" y="1804161"/>
            <a:ext cx="281305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480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954AFF"/>
                </a:solidFill>
                <a:latin typeface="Calibri"/>
                <a:cs typeface="Calibri"/>
              </a:rPr>
              <a:t>FUTURE</a:t>
            </a:r>
            <a:r>
              <a:rPr sz="1500" b="1" spc="-10" dirty="0">
                <a:solidFill>
                  <a:srgbClr val="954AFF"/>
                </a:solidFill>
                <a:latin typeface="Calibri"/>
                <a:cs typeface="Calibri"/>
              </a:rPr>
              <a:t> SCOPE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Real-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time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product/API</a:t>
            </a:r>
            <a:r>
              <a:rPr sz="140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More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400" b="1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categories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Advanced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personalization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Mobile</a:t>
            </a:r>
            <a:r>
              <a:rPr sz="140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Analytics</a:t>
            </a:r>
            <a:r>
              <a:rPr sz="140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&amp;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Improved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400" b="1" spc="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quality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9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10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1739" y="266953"/>
            <a:ext cx="17310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 </a:t>
            </a:r>
            <a:r>
              <a:rPr spc="-25" dirty="0"/>
              <a:t>YOU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41417" y="1827784"/>
            <a:ext cx="2680335" cy="132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F5F8FF"/>
                </a:solidFill>
                <a:latin typeface="Calibri"/>
                <a:cs typeface="Calibri"/>
              </a:rPr>
              <a:t>THANK </a:t>
            </a:r>
            <a:r>
              <a:rPr sz="4200" b="1" spc="-25" dirty="0">
                <a:solidFill>
                  <a:srgbClr val="F5F8FF"/>
                </a:solidFill>
                <a:latin typeface="Calibri"/>
                <a:cs typeface="Calibri"/>
              </a:rPr>
              <a:t>YOU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70"/>
              </a:spcBef>
            </a:pPr>
            <a:r>
              <a:rPr sz="2400" b="1" spc="-10" dirty="0">
                <a:solidFill>
                  <a:srgbClr val="22CDFF"/>
                </a:solidFill>
                <a:latin typeface="Calibri"/>
                <a:cs typeface="Calibri"/>
              </a:rPr>
              <a:t>PocketSmart</a:t>
            </a:r>
            <a:r>
              <a:rPr sz="2400" b="1" spc="-11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2CDFF"/>
                </a:solidFill>
                <a:latin typeface="Calibri"/>
                <a:cs typeface="Calibri"/>
              </a:rPr>
              <a:t>AI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8205" y="3404361"/>
            <a:ext cx="37846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Your</a:t>
            </a:r>
            <a:r>
              <a:rPr sz="15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Smart</a:t>
            </a:r>
            <a:r>
              <a:rPr sz="15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&amp;</a:t>
            </a: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5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AAB8D3"/>
                </a:solidFill>
                <a:latin typeface="Calibri"/>
                <a:cs typeface="Calibri"/>
              </a:rPr>
              <a:t>Assistant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51959" y="4274769"/>
            <a:ext cx="3651885" cy="469900"/>
            <a:chOff x="4251959" y="4274769"/>
            <a:chExt cx="3651885" cy="4699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9" y="4274769"/>
              <a:ext cx="3651503" cy="469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98060" y="429806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59" h="384175">
                  <a:moveTo>
                    <a:pt x="350215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7"/>
                  </a:lnTo>
                  <a:lnTo>
                    <a:pt x="3502152" y="384047"/>
                  </a:lnTo>
                  <a:lnTo>
                    <a:pt x="3527047" y="379011"/>
                  </a:lnTo>
                  <a:lnTo>
                    <a:pt x="3547395" y="365283"/>
                  </a:lnTo>
                  <a:lnTo>
                    <a:pt x="3561123" y="344935"/>
                  </a:lnTo>
                  <a:lnTo>
                    <a:pt x="3566160" y="320039"/>
                  </a:lnTo>
                  <a:lnTo>
                    <a:pt x="3566160" y="64007"/>
                  </a:lnTo>
                  <a:lnTo>
                    <a:pt x="3561123" y="39112"/>
                  </a:lnTo>
                  <a:lnTo>
                    <a:pt x="3547395" y="18764"/>
                  </a:lnTo>
                  <a:lnTo>
                    <a:pt x="3527047" y="5036"/>
                  </a:lnTo>
                  <a:lnTo>
                    <a:pt x="350215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98060" y="429806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59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502152" y="0"/>
                  </a:lnTo>
                  <a:lnTo>
                    <a:pt x="3527047" y="5036"/>
                  </a:lnTo>
                  <a:lnTo>
                    <a:pt x="3547395" y="18764"/>
                  </a:lnTo>
                  <a:lnTo>
                    <a:pt x="3561123" y="39112"/>
                  </a:lnTo>
                  <a:lnTo>
                    <a:pt x="3566160" y="64007"/>
                  </a:lnTo>
                  <a:lnTo>
                    <a:pt x="3566160" y="320039"/>
                  </a:lnTo>
                  <a:lnTo>
                    <a:pt x="3561123" y="344935"/>
                  </a:lnTo>
                  <a:lnTo>
                    <a:pt x="3547395" y="365283"/>
                  </a:lnTo>
                  <a:lnTo>
                    <a:pt x="3527047" y="379011"/>
                  </a:lnTo>
                  <a:lnTo>
                    <a:pt x="3502152" y="384047"/>
                  </a:lnTo>
                  <a:lnTo>
                    <a:pt x="64008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12967" y="4395978"/>
            <a:ext cx="7359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QUESTIONS?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1157" y="6564248"/>
            <a:ext cx="125476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z="850" spc="-10" dirty="0">
                <a:solidFill>
                  <a:srgbClr val="AAB8D3"/>
                </a:solidFill>
                <a:latin typeface="Calibri"/>
                <a:cs typeface="Calibri"/>
              </a:rPr>
              <a:t>POCKETSMART</a:t>
            </a:r>
            <a:r>
              <a:rPr sz="8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AB8D3"/>
                </a:solidFill>
                <a:latin typeface="Calibri"/>
                <a:cs typeface="Calibri"/>
              </a:rPr>
              <a:t>AI</a:t>
            </a:r>
            <a:r>
              <a:rPr sz="850" spc="3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850" spc="38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AAB8D3"/>
                </a:solidFill>
                <a:latin typeface="Calibri"/>
                <a:cs typeface="Calibri"/>
              </a:rPr>
              <a:t>10/10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514</Words>
  <Application>Microsoft Office PowerPoint</Application>
  <PresentationFormat>Custom</PresentationFormat>
  <Paragraphs>180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POCKETSMART AI</vt:lpstr>
      <vt:lpstr>THE PROBLEM</vt:lpstr>
      <vt:lpstr>OUR SOLUTION</vt:lpstr>
      <vt:lpstr>WHAT CAN IT PLAN?</vt:lpstr>
      <vt:lpstr>HOW IT WORKS</vt:lpstr>
      <vt:lpstr>TECHNOLOGY STACK</vt:lpstr>
      <vt:lpstr>SYSTEM ARCHITECTURE</vt:lpstr>
      <vt:lpstr>KEY FEATURES</vt:lpstr>
      <vt:lpstr>RESULT &amp; FUTURE SCOPE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</dc:title>
  <dc:creator>DELL</dc:creator>
  <cp:lastModifiedBy>DELL</cp:lastModifiedBy>
  <cp:revision>1</cp:revision>
  <dcterms:created xsi:type="dcterms:W3CDTF">2026-09-25T14:29:31Z</dcterms:created>
  <dcterms:modified xsi:type="dcterms:W3CDTF">2026-09-25T14:35:45Z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2026-09-25T00:00:00Z</vt:filetime>
  </property>
  <property fmtid="{D5CDD505-2E9C-101B-9397-08002B2CF9AE}" pid="5" name="Producer">
    <vt:lpwstr>Adobe PDF Services</vt:lpwstr>
  </property>
</Properties>
</file>